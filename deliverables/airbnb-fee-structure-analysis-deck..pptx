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0"/>
    <p:restoredTop sz="94719"/>
  </p:normalViewPr>
  <p:slideViewPr>
    <p:cSldViewPr snapToGrid="0">
      <p:cViewPr varScale="1">
        <p:scale>
          <a:sx n="152" d="100"/>
          <a:sy n="152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mie/Desktop/GA%20DA/Week%201/Day%204/Week%201%20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/Users/jamie/Desktop/GA%20DA/Week%201/Day%204/Week%201%20Projec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1 Project.xlsx]Analysis &amp; Charts!PivotTable30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Average Price by Room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&amp; Charts'!$B$32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&amp; Charts'!$A$33:$A$37</c:f>
              <c:strCache>
                <c:ptCount val="4"/>
                <c:pt idx="0">
                  <c:v>Entire home/apt</c:v>
                </c:pt>
                <c:pt idx="1">
                  <c:v>Hotel room</c:v>
                </c:pt>
                <c:pt idx="2">
                  <c:v>Private room</c:v>
                </c:pt>
                <c:pt idx="3">
                  <c:v>Shared room</c:v>
                </c:pt>
              </c:strCache>
            </c:strRef>
          </c:cat>
          <c:val>
            <c:numRef>
              <c:f>'Analysis &amp; Charts'!$B$33:$B$37</c:f>
              <c:numCache>
                <c:formatCode>0.00</c:formatCode>
                <c:ptCount val="4"/>
                <c:pt idx="0">
                  <c:v>161.4548921050351</c:v>
                </c:pt>
                <c:pt idx="1">
                  <c:v>122.81318681318682</c:v>
                </c:pt>
                <c:pt idx="2">
                  <c:v>97.723000311235609</c:v>
                </c:pt>
                <c:pt idx="3">
                  <c:v>69.58536585365853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67-574B-9720-6E310C970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3075696"/>
        <c:axId val="1678480368"/>
      </c:barChart>
      <c:catAx>
        <c:axId val="843075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Room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480368"/>
        <c:crosses val="autoZero"/>
        <c:auto val="1"/>
        <c:lblAlgn val="ctr"/>
        <c:lblOffset val="100"/>
        <c:noMultiLvlLbl val="0"/>
      </c:catAx>
      <c:valAx>
        <c:axId val="167848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Price per Night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307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1 Project.xlsx]Analysis &amp; Charts!PivotTable31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No.</a:t>
            </a:r>
            <a:r>
              <a:rPr lang="en-GB" baseline="0" dirty="0"/>
              <a:t> </a:t>
            </a:r>
            <a:r>
              <a:rPr lang="en-GB" dirty="0"/>
              <a:t>Listings by Room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'Analysis &amp; Charts'!$K$32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EC-D142-90CD-7E8825B0D19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EC-D142-90CD-7E8825B0D19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EC-D142-90CD-7E8825B0D19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EC-D142-90CD-7E8825B0D19C}"/>
              </c:ext>
            </c:extLst>
          </c:dPt>
          <c:cat>
            <c:strRef>
              <c:f>'Analysis &amp; Charts'!$J$33:$J$37</c:f>
              <c:strCache>
                <c:ptCount val="4"/>
                <c:pt idx="0">
                  <c:v>Entire home/apt</c:v>
                </c:pt>
                <c:pt idx="1">
                  <c:v>Hotel room</c:v>
                </c:pt>
                <c:pt idx="2">
                  <c:v>Private room</c:v>
                </c:pt>
                <c:pt idx="3">
                  <c:v>Shared room</c:v>
                </c:pt>
              </c:strCache>
            </c:strRef>
          </c:cat>
          <c:val>
            <c:numRef>
              <c:f>'Analysis &amp; Charts'!$K$33:$K$37</c:f>
              <c:numCache>
                <c:formatCode>General</c:formatCode>
                <c:ptCount val="4"/>
                <c:pt idx="0">
                  <c:v>11539</c:v>
                </c:pt>
                <c:pt idx="1">
                  <c:v>91</c:v>
                </c:pt>
                <c:pt idx="2">
                  <c:v>3213</c:v>
                </c:pt>
                <c:pt idx="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EC-D142-90CD-7E8825B0D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1 Project.xlsx]Analysis &amp; Charts!PivotTable32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Average Price by Guest Capacity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&amp; Charts'!$B$49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&amp; Charts'!$A$50:$A$54</c:f>
              <c:strCache>
                <c:ptCount val="4"/>
                <c:pt idx="0">
                  <c:v>1-2</c:v>
                </c:pt>
                <c:pt idx="1">
                  <c:v>3-4</c:v>
                </c:pt>
                <c:pt idx="2">
                  <c:v>5-6</c:v>
                </c:pt>
                <c:pt idx="3">
                  <c:v>7+</c:v>
                </c:pt>
              </c:strCache>
            </c:strRef>
          </c:cat>
          <c:val>
            <c:numRef>
              <c:f>'Analysis &amp; Charts'!$B$50:$B$54</c:f>
              <c:numCache>
                <c:formatCode>0.00</c:formatCode>
                <c:ptCount val="4"/>
                <c:pt idx="0">
                  <c:v>117.69868345735547</c:v>
                </c:pt>
                <c:pt idx="1">
                  <c:v>182.24016600505232</c:v>
                </c:pt>
                <c:pt idx="2">
                  <c:v>242.80506822612085</c:v>
                </c:pt>
                <c:pt idx="3">
                  <c:v>302.22340425531917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52-824E-BB58-A085D1645C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4916703"/>
        <c:axId val="360531424"/>
      </c:barChart>
      <c:catAx>
        <c:axId val="6549167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Guest Capacity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531424"/>
        <c:crosses val="autoZero"/>
        <c:auto val="1"/>
        <c:lblAlgn val="ctr"/>
        <c:lblOffset val="100"/>
        <c:noMultiLvlLbl val="0"/>
      </c:catAx>
      <c:valAx>
        <c:axId val="360531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Price per Night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4916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1 Project.xlsx]Analysis &amp; Charts!PivotTable33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kern="1200" spc="0" baseline="0" dirty="0">
                <a:solidFill>
                  <a:schemeClr val="tx1"/>
                </a:solidFill>
              </a:rPr>
              <a:t>No. Listings by Guest Capacity </a:t>
            </a:r>
            <a:endParaRPr lang="en-GB" sz="14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'Analysis &amp; Charts'!$K$49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FF1-C146-837B-01F5DD755D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FF1-C146-837B-01F5DD755DD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FF1-C146-837B-01F5DD755D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FF1-C146-837B-01F5DD755DDB}"/>
              </c:ext>
            </c:extLst>
          </c:dPt>
          <c:cat>
            <c:strRef>
              <c:f>'Analysis &amp; Charts'!$J$50:$J$54</c:f>
              <c:strCache>
                <c:ptCount val="4"/>
                <c:pt idx="0">
                  <c:v>1-2</c:v>
                </c:pt>
                <c:pt idx="1">
                  <c:v>3-4</c:v>
                </c:pt>
                <c:pt idx="2">
                  <c:v>5-6</c:v>
                </c:pt>
                <c:pt idx="3">
                  <c:v>7+</c:v>
                </c:pt>
              </c:strCache>
            </c:strRef>
          </c:cat>
          <c:val>
            <c:numRef>
              <c:f>'Analysis &amp; Charts'!$K$50:$K$54</c:f>
              <c:numCache>
                <c:formatCode>0.00%</c:formatCode>
                <c:ptCount val="4"/>
                <c:pt idx="0">
                  <c:v>0.58687180865358779</c:v>
                </c:pt>
                <c:pt idx="1">
                  <c:v>0.37234614350980921</c:v>
                </c:pt>
                <c:pt idx="2">
                  <c:v>3.4466541252351518E-2</c:v>
                </c:pt>
                <c:pt idx="3">
                  <c:v>6.315506584251545E-3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F1-C146-837B-01F5DD755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Distribution of Bathroom Types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13-C140-951C-7479936F5B5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13-C140-951C-7479936F5B5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713-C140-951C-7479936F5B5D}"/>
              </c:ext>
            </c:extLst>
          </c:dPt>
          <c:cat>
            <c:strRef>
              <c:f>'Analysis &amp; Charts'!$A$100:$A$102</c:f>
              <c:strCache>
                <c:ptCount val="3"/>
                <c:pt idx="0">
                  <c:v>Bathroom Type</c:v>
                </c:pt>
                <c:pt idx="1">
                  <c:v>Private</c:v>
                </c:pt>
                <c:pt idx="2">
                  <c:v>Shared</c:v>
                </c:pt>
              </c:strCache>
            </c:strRef>
          </c:cat>
          <c:val>
            <c:numRef>
              <c:f>'Analysis &amp; Charts'!$B$100:$B$102</c:f>
              <c:numCache>
                <c:formatCode>General</c:formatCode>
                <c:ptCount val="3"/>
                <c:pt idx="1">
                  <c:v>13430</c:v>
                </c:pt>
                <c:pt idx="2">
                  <c:v>1406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13-C140-951C-7479936F5B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Average Price by Bathroom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&amp; Charts'!$B$104</c:f>
              <c:strCache>
                <c:ptCount val="1"/>
                <c:pt idx="0">
                  <c:v>Average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&amp; Charts'!$A$105:$A$106</c:f>
              <c:strCache>
                <c:ptCount val="2"/>
                <c:pt idx="0">
                  <c:v>Private</c:v>
                </c:pt>
                <c:pt idx="1">
                  <c:v>Shared</c:v>
                </c:pt>
              </c:strCache>
            </c:strRef>
          </c:cat>
          <c:val>
            <c:numRef>
              <c:f>'Analysis &amp; Charts'!$B$105:$B$106</c:f>
              <c:numCache>
                <c:formatCode>General</c:formatCode>
                <c:ptCount val="2"/>
                <c:pt idx="0">
                  <c:v>154.4975428145942</c:v>
                </c:pt>
                <c:pt idx="1">
                  <c:v>79.405405405405403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1B-614B-9061-CDA11AD176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8678400"/>
        <c:axId val="1208682384"/>
      </c:barChart>
      <c:catAx>
        <c:axId val="12086784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Bathroom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682384"/>
        <c:crosses val="autoZero"/>
        <c:auto val="1"/>
        <c:lblAlgn val="ctr"/>
        <c:lblOffset val="100"/>
        <c:noMultiLvlLbl val="0"/>
      </c:catAx>
      <c:valAx>
        <c:axId val="1208682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Price per Night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678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Price by Bathroom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5"/>
              <c:pt idx="0">
                <c:v>0.5</c:v>
              </c:pt>
              <c:pt idx="1">
                <c:v>1-1.5</c:v>
              </c:pt>
              <c:pt idx="2">
                <c:v>2-2.5</c:v>
              </c:pt>
              <c:pt idx="3">
                <c:v>3-3.5</c:v>
              </c:pt>
              <c:pt idx="4">
                <c:v>4+</c:v>
              </c:pt>
            </c:strLit>
          </c:cat>
          <c:val>
            <c:numLit>
              <c:formatCode>General</c:formatCode>
              <c:ptCount val="5"/>
              <c:pt idx="0">
                <c:v>96.972972972972968</c:v>
              </c:pt>
              <c:pt idx="1">
                <c:v>141.23568218065824</c:v>
              </c:pt>
              <c:pt idx="2">
                <c:v>234.87801932367151</c:v>
              </c:pt>
              <c:pt idx="3">
                <c:v>274.56410256410254</c:v>
              </c:pt>
              <c:pt idx="4">
                <c:v>228.22222222222223</c:v>
              </c:pt>
            </c:numLit>
          </c:val>
          <c:extLst>
            <c:ext xmlns:c16="http://schemas.microsoft.com/office/drawing/2014/chart" uri="{C3380CC4-5D6E-409C-BE32-E72D297353CC}">
              <c16:uniqueId val="{00000000-8852-E340-A477-5059AA264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3116816"/>
        <c:axId val="2030099584"/>
      </c:barChart>
      <c:catAx>
        <c:axId val="14031168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Bathroom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0099584"/>
        <c:crosses val="autoZero"/>
        <c:auto val="1"/>
        <c:lblAlgn val="ctr"/>
        <c:lblOffset val="100"/>
        <c:noMultiLvlLbl val="0"/>
      </c:catAx>
      <c:valAx>
        <c:axId val="2030099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00" b="0" i="0" u="none" strike="noStrike" kern="1200" baseline="0" dirty="0">
                    <a:solidFill>
                      <a:schemeClr val="tx1"/>
                    </a:solidFill>
                  </a:rPr>
                  <a:t>Price per Night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11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Average Nightly Price by Top 10 Amenities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&amp; Charts'!$H$129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&amp; Charts'!$G$130:$G$139</c:f>
              <c:strCache>
                <c:ptCount val="10"/>
                <c:pt idx="0">
                  <c:v>Wifi</c:v>
                </c:pt>
                <c:pt idx="1">
                  <c:v>Essentials</c:v>
                </c:pt>
                <c:pt idx="2">
                  <c:v>Heating</c:v>
                </c:pt>
                <c:pt idx="3">
                  <c:v>Kitchen</c:v>
                </c:pt>
                <c:pt idx="4">
                  <c:v>Smoke Alarm</c:v>
                </c:pt>
                <c:pt idx="5">
                  <c:v>Washers</c:v>
                </c:pt>
                <c:pt idx="6">
                  <c:v>Hangers</c:v>
                </c:pt>
                <c:pt idx="7">
                  <c:v>Long Term Stays Allowed</c:v>
                </c:pt>
                <c:pt idx="8">
                  <c:v>Iron</c:v>
                </c:pt>
                <c:pt idx="9">
                  <c:v>Dedicated Workspace</c:v>
                </c:pt>
              </c:strCache>
            </c:strRef>
          </c:cat>
          <c:val>
            <c:numRef>
              <c:f>'Analysis &amp; Charts'!$H$130:$H$139</c:f>
              <c:numCache>
                <c:formatCode>0.00</c:formatCode>
                <c:ptCount val="10"/>
                <c:pt idx="0">
                  <c:v>136.2605633802817</c:v>
                </c:pt>
                <c:pt idx="1">
                  <c:v>133.43811394891944</c:v>
                </c:pt>
                <c:pt idx="2">
                  <c:v>127.13142857142857</c:v>
                </c:pt>
                <c:pt idx="3">
                  <c:v>113.29767184035477</c:v>
                </c:pt>
                <c:pt idx="4">
                  <c:v>135.08650765396939</c:v>
                </c:pt>
                <c:pt idx="5">
                  <c:v>125.43349917081261</c:v>
                </c:pt>
                <c:pt idx="6">
                  <c:v>136.43013899049012</c:v>
                </c:pt>
                <c:pt idx="7">
                  <c:v>145.96603228137798</c:v>
                </c:pt>
                <c:pt idx="8">
                  <c:v>131.13141640042599</c:v>
                </c:pt>
                <c:pt idx="9">
                  <c:v>134.24263764404608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81-344D-87B0-6A961D82628C}"/>
            </c:ext>
          </c:extLst>
        </c:ser>
        <c:ser>
          <c:idx val="1"/>
          <c:order val="1"/>
          <c:tx>
            <c:strRef>
              <c:f>'Analysis &amp; Charts'!$I$129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'Analysis &amp; Charts'!$G$130:$G$139</c:f>
              <c:strCache>
                <c:ptCount val="10"/>
                <c:pt idx="0">
                  <c:v>Wifi</c:v>
                </c:pt>
                <c:pt idx="1">
                  <c:v>Essentials</c:v>
                </c:pt>
                <c:pt idx="2">
                  <c:v>Heating</c:v>
                </c:pt>
                <c:pt idx="3">
                  <c:v>Kitchen</c:v>
                </c:pt>
                <c:pt idx="4">
                  <c:v>Smoke Alarm</c:v>
                </c:pt>
                <c:pt idx="5">
                  <c:v>Washers</c:v>
                </c:pt>
                <c:pt idx="6">
                  <c:v>Hangers</c:v>
                </c:pt>
                <c:pt idx="7">
                  <c:v>Long Term Stays Allowed</c:v>
                </c:pt>
                <c:pt idx="8">
                  <c:v>Iron</c:v>
                </c:pt>
                <c:pt idx="9">
                  <c:v>Dedicated Workspace</c:v>
                </c:pt>
              </c:strCache>
            </c:strRef>
          </c:cat>
          <c:val>
            <c:numRef>
              <c:f>'Analysis &amp; Charts'!$I$130:$I$139</c:f>
              <c:numCache>
                <c:formatCode>0.00</c:formatCode>
                <c:ptCount val="10"/>
                <c:pt idx="0">
                  <c:v>147.42075342465753</c:v>
                </c:pt>
                <c:pt idx="1">
                  <c:v>147.69537391304348</c:v>
                </c:pt>
                <c:pt idx="2">
                  <c:v>147.941848318128</c:v>
                </c:pt>
                <c:pt idx="3">
                  <c:v>151.88470948012232</c:v>
                </c:pt>
                <c:pt idx="4">
                  <c:v>150.02757763975154</c:v>
                </c:pt>
                <c:pt idx="5">
                  <c:v>152.73898390765859</c:v>
                </c:pt>
                <c:pt idx="6">
                  <c:v>151.30677918946489</c:v>
                </c:pt>
                <c:pt idx="7">
                  <c:v>147.68806484673436</c:v>
                </c:pt>
                <c:pt idx="8">
                  <c:v>154.61566395132004</c:v>
                </c:pt>
                <c:pt idx="9">
                  <c:v>153.16532653461462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81-344D-87B0-6A961D82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6884896"/>
        <c:axId val="1167262432"/>
      </c:barChart>
      <c:catAx>
        <c:axId val="98688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7262432"/>
        <c:crosses val="autoZero"/>
        <c:auto val="1"/>
        <c:lblAlgn val="ctr"/>
        <c:lblOffset val="100"/>
        <c:noMultiLvlLbl val="0"/>
      </c:catAx>
      <c:valAx>
        <c:axId val="1167262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Nightly Price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88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 1 Project.xlsx]Analysis &amp; Charts!PivotTable39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Price by Total Amenities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'Analysis &amp; Charts'!$B$111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'Analysis &amp; Charts'!$A$112:$A$120</c:f>
              <c:strCache>
                <c:ptCount val="8"/>
                <c:pt idx="0">
                  <c:v>1-10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  <c:pt idx="5">
                  <c:v>51-60</c:v>
                </c:pt>
                <c:pt idx="6">
                  <c:v>61-70</c:v>
                </c:pt>
                <c:pt idx="7">
                  <c:v>71-80</c:v>
                </c:pt>
              </c:strCache>
            </c:strRef>
          </c:cat>
          <c:val>
            <c:numRef>
              <c:f>'Analysis &amp; Charts'!$B$112:$B$120</c:f>
              <c:numCache>
                <c:formatCode>0.00</c:formatCode>
                <c:ptCount val="8"/>
                <c:pt idx="0">
                  <c:v>119.33297002724795</c:v>
                </c:pt>
                <c:pt idx="1">
                  <c:v>140.36536050156741</c:v>
                </c:pt>
                <c:pt idx="2">
                  <c:v>152.3446088794926</c:v>
                </c:pt>
                <c:pt idx="3">
                  <c:v>172.90550305725404</c:v>
                </c:pt>
                <c:pt idx="4">
                  <c:v>183.62946428571428</c:v>
                </c:pt>
                <c:pt idx="5">
                  <c:v>198.42400000000001</c:v>
                </c:pt>
                <c:pt idx="6">
                  <c:v>236.45714285714286</c:v>
                </c:pt>
                <c:pt idx="7">
                  <c:v>320.2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64-E240-AD20-39DC85061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8639280"/>
        <c:axId val="868742464"/>
      </c:lineChart>
      <c:catAx>
        <c:axId val="868639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Total No. Amenities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742464"/>
        <c:crosses val="autoZero"/>
        <c:auto val="1"/>
        <c:lblAlgn val="ctr"/>
        <c:lblOffset val="100"/>
        <c:noMultiLvlLbl val="0"/>
      </c:catAx>
      <c:valAx>
        <c:axId val="86874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Price per Night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63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'Clean Data'!$AA$2:$AA$15036</cx:f>
        <cx:lvl ptCount="15035" formatCode="0.00">
          <cx:pt idx="0">59</cx:pt>
          <cx:pt idx="1">106</cx:pt>
          <cx:pt idx="2">100</cx:pt>
          <cx:pt idx="3">135</cx:pt>
          <cx:pt idx="4">75</cx:pt>
          <cx:pt idx="5">55</cx:pt>
          <cx:pt idx="6">160</cx:pt>
          <cx:pt idx="7">67</cx:pt>
          <cx:pt idx="8">197</cx:pt>
          <cx:pt idx="9">120</cx:pt>
          <cx:pt idx="10">157</cx:pt>
          <cx:pt idx="11">250</cx:pt>
          <cx:pt idx="12">115</cx:pt>
          <cx:pt idx="13">104</cx:pt>
          <cx:pt idx="14">75</cx:pt>
          <cx:pt idx="15">89</cx:pt>
          <cx:pt idx="16">222</cx:pt>
          <cx:pt idx="17">149</cx:pt>
          <cx:pt idx="18">94</cx:pt>
          <cx:pt idx="19">189</cx:pt>
          <cx:pt idx="20">106</cx:pt>
          <cx:pt idx="21">40</cx:pt>
          <cx:pt idx="22">55</cx:pt>
          <cx:pt idx="23">48</cx:pt>
          <cx:pt idx="24">90</cx:pt>
          <cx:pt idx="25">90</cx:pt>
          <cx:pt idx="26">170</cx:pt>
          <cx:pt idx="27">51</cx:pt>
          <cx:pt idx="28">110</cx:pt>
          <cx:pt idx="29">249</cx:pt>
          <cx:pt idx="30">109</cx:pt>
          <cx:pt idx="31">66</cx:pt>
          <cx:pt idx="32">95</cx:pt>
          <cx:pt idx="33">55</cx:pt>
          <cx:pt idx="34">99</cx:pt>
          <cx:pt idx="35">100</cx:pt>
          <cx:pt idx="36">125</cx:pt>
          <cx:pt idx="37">80</cx:pt>
          <cx:pt idx="38">230</cx:pt>
          <cx:pt idx="39">145</cx:pt>
          <cx:pt idx="40">37</cx:pt>
          <cx:pt idx="41">120</cx:pt>
          <cx:pt idx="42">150</cx:pt>
          <cx:pt idx="43">145</cx:pt>
          <cx:pt idx="44">112</cx:pt>
          <cx:pt idx="45">64</cx:pt>
          <cx:pt idx="46">185</cx:pt>
          <cx:pt idx="47">120</cx:pt>
          <cx:pt idx="48">97</cx:pt>
          <cx:pt idx="49">170</cx:pt>
          <cx:pt idx="50">200</cx:pt>
          <cx:pt idx="51">250</cx:pt>
          <cx:pt idx="52">125</cx:pt>
          <cx:pt idx="53">41</cx:pt>
          <cx:pt idx="54">150</cx:pt>
          <cx:pt idx="55">80</cx:pt>
          <cx:pt idx="56">92</cx:pt>
          <cx:pt idx="57">99</cx:pt>
          <cx:pt idx="58">284</cx:pt>
          <cx:pt idx="59">99</cx:pt>
          <cx:pt idx="60">246</cx:pt>
          <cx:pt idx="61">200</cx:pt>
          <cx:pt idx="62">151</cx:pt>
          <cx:pt idx="63">99</cx:pt>
          <cx:pt idx="64">245</cx:pt>
          <cx:pt idx="65">119</cx:pt>
          <cx:pt idx="66">125</cx:pt>
          <cx:pt idx="67">347</cx:pt>
          <cx:pt idx="68">122</cx:pt>
          <cx:pt idx="69">79</cx:pt>
          <cx:pt idx="70">385</cx:pt>
          <cx:pt idx="71">149</cx:pt>
          <cx:pt idx="72">177</cx:pt>
          <cx:pt idx="73">174</cx:pt>
          <cx:pt idx="74">250</cx:pt>
          <cx:pt idx="75">88</cx:pt>
          <cx:pt idx="76">85</cx:pt>
          <cx:pt idx="77">145</cx:pt>
          <cx:pt idx="78">125</cx:pt>
          <cx:pt idx="79">125</cx:pt>
          <cx:pt idx="80">116</cx:pt>
          <cx:pt idx="81">105</cx:pt>
          <cx:pt idx="82">97</cx:pt>
          <cx:pt idx="83">97</cx:pt>
          <cx:pt idx="84">80</cx:pt>
          <cx:pt idx="85">105</cx:pt>
          <cx:pt idx="86">115</cx:pt>
          <cx:pt idx="87">74</cx:pt>
          <cx:pt idx="88">145</cx:pt>
          <cx:pt idx="89">125</cx:pt>
          <cx:pt idx="90">112</cx:pt>
          <cx:pt idx="91">100</cx:pt>
          <cx:pt idx="92">95</cx:pt>
          <cx:pt idx="93">165</cx:pt>
          <cx:pt idx="94">275</cx:pt>
          <cx:pt idx="95">170</cx:pt>
          <cx:pt idx="96">125</cx:pt>
          <cx:pt idx="97">95</cx:pt>
          <cx:pt idx="98">169</cx:pt>
          <cx:pt idx="99">190</cx:pt>
          <cx:pt idx="100">95</cx:pt>
          <cx:pt idx="101">164</cx:pt>
          <cx:pt idx="102">88</cx:pt>
          <cx:pt idx="103">148</cx:pt>
          <cx:pt idx="104">220</cx:pt>
          <cx:pt idx="105">150</cx:pt>
          <cx:pt idx="106">76</cx:pt>
          <cx:pt idx="107">169</cx:pt>
          <cx:pt idx="108">395</cx:pt>
          <cx:pt idx="109">200</cx:pt>
          <cx:pt idx="110">192</cx:pt>
          <cx:pt idx="111">99</cx:pt>
          <cx:pt idx="112">100</cx:pt>
          <cx:pt idx="113">182</cx:pt>
          <cx:pt idx="114">119</cx:pt>
          <cx:pt idx="115">297</cx:pt>
          <cx:pt idx="116">188</cx:pt>
          <cx:pt idx="117">295</cx:pt>
          <cx:pt idx="118">85</cx:pt>
          <cx:pt idx="119">199</cx:pt>
          <cx:pt idx="120">98</cx:pt>
          <cx:pt idx="121">280</cx:pt>
          <cx:pt idx="122">145</cx:pt>
          <cx:pt idx="123">185</cx:pt>
          <cx:pt idx="124">350</cx:pt>
          <cx:pt idx="125">65</cx:pt>
          <cx:pt idx="126">304</cx:pt>
          <cx:pt idx="127">109</cx:pt>
          <cx:pt idx="128">140</cx:pt>
          <cx:pt idx="129">180</cx:pt>
          <cx:pt idx="130">175</cx:pt>
          <cx:pt idx="131">149</cx:pt>
          <cx:pt idx="132">66</cx:pt>
          <cx:pt idx="133">100</cx:pt>
          <cx:pt idx="134">105</cx:pt>
          <cx:pt idx="135">284</cx:pt>
          <cx:pt idx="136">179</cx:pt>
          <cx:pt idx="137">110</cx:pt>
          <cx:pt idx="138">171</cx:pt>
          <cx:pt idx="139">160</cx:pt>
          <cx:pt idx="140">150</cx:pt>
          <cx:pt idx="141">96</cx:pt>
          <cx:pt idx="142">100</cx:pt>
          <cx:pt idx="143">200</cx:pt>
          <cx:pt idx="144">79</cx:pt>
          <cx:pt idx="145">167</cx:pt>
          <cx:pt idx="146">120</cx:pt>
          <cx:pt idx="147">169</cx:pt>
          <cx:pt idx="148">120</cx:pt>
          <cx:pt idx="149">303</cx:pt>
          <cx:pt idx="150">120</cx:pt>
          <cx:pt idx="151">76</cx:pt>
          <cx:pt idx="152">120</cx:pt>
          <cx:pt idx="153">145</cx:pt>
          <cx:pt idx="154">159</cx:pt>
          <cx:pt idx="155">160</cx:pt>
          <cx:pt idx="156">180</cx:pt>
          <cx:pt idx="157">150</cx:pt>
          <cx:pt idx="158">139</cx:pt>
          <cx:pt idx="159">90</cx:pt>
          <cx:pt idx="160">110</cx:pt>
          <cx:pt idx="161">174</cx:pt>
          <cx:pt idx="162">139</cx:pt>
          <cx:pt idx="163">309</cx:pt>
          <cx:pt idx="164">180</cx:pt>
          <cx:pt idx="165">110</cx:pt>
          <cx:pt idx="166">50</cx:pt>
          <cx:pt idx="167">80</cx:pt>
          <cx:pt idx="168">107</cx:pt>
          <cx:pt idx="169">120</cx:pt>
          <cx:pt idx="170">110</cx:pt>
          <cx:pt idx="171">195</cx:pt>
          <cx:pt idx="172">150</cx:pt>
          <cx:pt idx="173">140</cx:pt>
          <cx:pt idx="174">83</cx:pt>
          <cx:pt idx="175">65</cx:pt>
          <cx:pt idx="176">150</cx:pt>
          <cx:pt idx="177">125</cx:pt>
          <cx:pt idx="178">206</cx:pt>
          <cx:pt idx="179">245</cx:pt>
          <cx:pt idx="180">135</cx:pt>
          <cx:pt idx="181">94</cx:pt>
          <cx:pt idx="182">300</cx:pt>
          <cx:pt idx="183">105</cx:pt>
          <cx:pt idx="184">165</cx:pt>
          <cx:pt idx="185">100</cx:pt>
          <cx:pt idx="186">170</cx:pt>
          <cx:pt idx="187">230</cx:pt>
          <cx:pt idx="188">297</cx:pt>
          <cx:pt idx="189">110</cx:pt>
          <cx:pt idx="190">100</cx:pt>
          <cx:pt idx="191">85</cx:pt>
          <cx:pt idx="192">120</cx:pt>
          <cx:pt idx="193">120</cx:pt>
          <cx:pt idx="194">140</cx:pt>
          <cx:pt idx="195">295</cx:pt>
          <cx:pt idx="196">75</cx:pt>
          <cx:pt idx="197">430</cx:pt>
          <cx:pt idx="198">200</cx:pt>
          <cx:pt idx="199">150</cx:pt>
          <cx:pt idx="200">65</cx:pt>
          <cx:pt idx="201">56</cx:pt>
          <cx:pt idx="202">232</cx:pt>
          <cx:pt idx="203">87</cx:pt>
          <cx:pt idx="204">25</cx:pt>
          <cx:pt idx="205">235</cx:pt>
          <cx:pt idx="206">450</cx:pt>
          <cx:pt idx="207">275</cx:pt>
          <cx:pt idx="208">140</cx:pt>
          <cx:pt idx="209">70</cx:pt>
          <cx:pt idx="210">70</cx:pt>
          <cx:pt idx="211">100</cx:pt>
          <cx:pt idx="212">135</cx:pt>
          <cx:pt idx="213">189</cx:pt>
          <cx:pt idx="214">125</cx:pt>
          <cx:pt idx="215">109</cx:pt>
          <cx:pt idx="216">115</cx:pt>
          <cx:pt idx="217">105</cx:pt>
          <cx:pt idx="218">101</cx:pt>
          <cx:pt idx="219">139</cx:pt>
          <cx:pt idx="220">120</cx:pt>
          <cx:pt idx="221">115</cx:pt>
          <cx:pt idx="222">106</cx:pt>
          <cx:pt idx="223">240</cx:pt>
          <cx:pt idx="224">140</cx:pt>
          <cx:pt idx="225">110</cx:pt>
          <cx:pt idx="226">106</cx:pt>
          <cx:pt idx="227">150</cx:pt>
          <cx:pt idx="228">160</cx:pt>
          <cx:pt idx="229">275</cx:pt>
          <cx:pt idx="230">163</cx:pt>
          <cx:pt idx="231">350</cx:pt>
          <cx:pt idx="232">87</cx:pt>
          <cx:pt idx="233">146</cx:pt>
          <cx:pt idx="234">147</cx:pt>
          <cx:pt idx="235">174</cx:pt>
          <cx:pt idx="236">129</cx:pt>
          <cx:pt idx="237">190</cx:pt>
          <cx:pt idx="238">69</cx:pt>
          <cx:pt idx="239">100</cx:pt>
          <cx:pt idx="240">150</cx:pt>
          <cx:pt idx="241">395</cx:pt>
          <cx:pt idx="242">200</cx:pt>
          <cx:pt idx="243">59</cx:pt>
          <cx:pt idx="244">55</cx:pt>
          <cx:pt idx="245">120</cx:pt>
          <cx:pt idx="246">160</cx:pt>
          <cx:pt idx="247">250</cx:pt>
          <cx:pt idx="248">95</cx:pt>
          <cx:pt idx="249">152</cx:pt>
          <cx:pt idx="250">98</cx:pt>
          <cx:pt idx="251">95</cx:pt>
          <cx:pt idx="252">175</cx:pt>
          <cx:pt idx="253">90</cx:pt>
          <cx:pt idx="254">136</cx:pt>
          <cx:pt idx="255">240</cx:pt>
          <cx:pt idx="256">132</cx:pt>
          <cx:pt idx="257">219</cx:pt>
          <cx:pt idx="258">110</cx:pt>
          <cx:pt idx="259">275</cx:pt>
          <cx:pt idx="260">90</cx:pt>
          <cx:pt idx="261">121</cx:pt>
          <cx:pt idx="262">38</cx:pt>
          <cx:pt idx="263">149</cx:pt>
          <cx:pt idx="264">99</cx:pt>
          <cx:pt idx="265">130</cx:pt>
          <cx:pt idx="266">120</cx:pt>
          <cx:pt idx="267">110</cx:pt>
          <cx:pt idx="268">156</cx:pt>
          <cx:pt idx="269">72</cx:pt>
          <cx:pt idx="270">108</cx:pt>
          <cx:pt idx="271">220</cx:pt>
          <cx:pt idx="272">85</cx:pt>
          <cx:pt idx="273">141</cx:pt>
          <cx:pt idx="274">75</cx:pt>
          <cx:pt idx="275">83</cx:pt>
          <cx:pt idx="276">99</cx:pt>
          <cx:pt idx="277">150</cx:pt>
          <cx:pt idx="278">40</cx:pt>
          <cx:pt idx="279">99</cx:pt>
          <cx:pt idx="280">111</cx:pt>
          <cx:pt idx="281">456</cx:pt>
          <cx:pt idx="282">150</cx:pt>
          <cx:pt idx="283">125</cx:pt>
          <cx:pt idx="284">160</cx:pt>
          <cx:pt idx="285">125</cx:pt>
          <cx:pt idx="286">173</cx:pt>
          <cx:pt idx="287">105</cx:pt>
          <cx:pt idx="288">136</cx:pt>
          <cx:pt idx="289">130</cx:pt>
          <cx:pt idx="290">60</cx:pt>
          <cx:pt idx="291">129</cx:pt>
          <cx:pt idx="292">149</cx:pt>
          <cx:pt idx="293">182</cx:pt>
          <cx:pt idx="294">110</cx:pt>
          <cx:pt idx="295">89</cx:pt>
          <cx:pt idx="296">100</cx:pt>
          <cx:pt idx="297">235</cx:pt>
          <cx:pt idx="298">325</cx:pt>
          <cx:pt idx="299">225</cx:pt>
          <cx:pt idx="300">180</cx:pt>
          <cx:pt idx="301">93</cx:pt>
          <cx:pt idx="302">228</cx:pt>
          <cx:pt idx="303">43</cx:pt>
          <cx:pt idx="304">250</cx:pt>
          <cx:pt idx="305">110</cx:pt>
          <cx:pt idx="306">135</cx:pt>
          <cx:pt idx="307">250</cx:pt>
          <cx:pt idx="308">103</cx:pt>
          <cx:pt idx="309">80</cx:pt>
          <cx:pt idx="310">130</cx:pt>
          <cx:pt idx="311">66</cx:pt>
          <cx:pt idx="312">80</cx:pt>
          <cx:pt idx="313">120</cx:pt>
          <cx:pt idx="314">110</cx:pt>
          <cx:pt idx="315">83</cx:pt>
          <cx:pt idx="316">176</cx:pt>
          <cx:pt idx="317">194</cx:pt>
          <cx:pt idx="318">165</cx:pt>
          <cx:pt idx="319">118</cx:pt>
          <cx:pt idx="320">399</cx:pt>
          <cx:pt idx="321">165</cx:pt>
          <cx:pt idx="322">118</cx:pt>
          <cx:pt idx="323">200</cx:pt>
          <cx:pt idx="324">110</cx:pt>
          <cx:pt idx="325">125</cx:pt>
          <cx:pt idx="326">80</cx:pt>
          <cx:pt idx="327">160</cx:pt>
          <cx:pt idx="328">75</cx:pt>
          <cx:pt idx="329">175</cx:pt>
          <cx:pt idx="330">150</cx:pt>
          <cx:pt idx="331">150</cx:pt>
          <cx:pt idx="332">160</cx:pt>
          <cx:pt idx="333">96</cx:pt>
          <cx:pt idx="334">144</cx:pt>
          <cx:pt idx="335">249</cx:pt>
          <cx:pt idx="336">65</cx:pt>
          <cx:pt idx="337">106</cx:pt>
          <cx:pt idx="338">122</cx:pt>
          <cx:pt idx="339">85</cx:pt>
          <cx:pt idx="340">239</cx:pt>
          <cx:pt idx="341">193</cx:pt>
          <cx:pt idx="342">60</cx:pt>
          <cx:pt idx="343">200</cx:pt>
          <cx:pt idx="344">120</cx:pt>
          <cx:pt idx="345">115</cx:pt>
          <cx:pt idx="346">180</cx:pt>
          <cx:pt idx="347">326</cx:pt>
          <cx:pt idx="348">85</cx:pt>
          <cx:pt idx="349">79</cx:pt>
          <cx:pt idx="350">306</cx:pt>
          <cx:pt idx="351">300</cx:pt>
          <cx:pt idx="352">150</cx:pt>
          <cx:pt idx="353">165</cx:pt>
          <cx:pt idx="354">190</cx:pt>
          <cx:pt idx="355">121</cx:pt>
          <cx:pt idx="356">309</cx:pt>
          <cx:pt idx="357">129</cx:pt>
          <cx:pt idx="358">180</cx:pt>
          <cx:pt idx="359">109</cx:pt>
          <cx:pt idx="360">175</cx:pt>
          <cx:pt idx="361">143</cx:pt>
          <cx:pt idx="362">80</cx:pt>
          <cx:pt idx="363">180</cx:pt>
          <cx:pt idx="364">110</cx:pt>
          <cx:pt idx="365">164</cx:pt>
          <cx:pt idx="366">135</cx:pt>
          <cx:pt idx="367">89</cx:pt>
          <cx:pt idx="368">359</cx:pt>
          <cx:pt idx="369">160</cx:pt>
          <cx:pt idx="370">89</cx:pt>
          <cx:pt idx="371">130</cx:pt>
          <cx:pt idx="372">129</cx:pt>
          <cx:pt idx="373">107</cx:pt>
          <cx:pt idx="374">120</cx:pt>
          <cx:pt idx="375">265</cx:pt>
          <cx:pt idx="376">226</cx:pt>
          <cx:pt idx="377">239</cx:pt>
          <cx:pt idx="378">68</cx:pt>
          <cx:pt idx="379">250</cx:pt>
          <cx:pt idx="380">250</cx:pt>
          <cx:pt idx="381">150</cx:pt>
          <cx:pt idx="382">120</cx:pt>
          <cx:pt idx="383">59</cx:pt>
          <cx:pt idx="384">85</cx:pt>
          <cx:pt idx="385">195</cx:pt>
          <cx:pt idx="386">245</cx:pt>
          <cx:pt idx="387">105</cx:pt>
          <cx:pt idx="388">399</cx:pt>
          <cx:pt idx="389">130</cx:pt>
          <cx:pt idx="390">132</cx:pt>
          <cx:pt idx="391">139</cx:pt>
          <cx:pt idx="392">200</cx:pt>
          <cx:pt idx="393">200</cx:pt>
          <cx:pt idx="394">150</cx:pt>
          <cx:pt idx="395">139</cx:pt>
          <cx:pt idx="396">130</cx:pt>
          <cx:pt idx="397">160</cx:pt>
          <cx:pt idx="398">110</cx:pt>
          <cx:pt idx="399">500</cx:pt>
          <cx:pt idx="400">195</cx:pt>
          <cx:pt idx="401">130</cx:pt>
          <cx:pt idx="402">195</cx:pt>
          <cx:pt idx="403">90</cx:pt>
          <cx:pt idx="404">145</cx:pt>
          <cx:pt idx="405">90</cx:pt>
          <cx:pt idx="406">85</cx:pt>
          <cx:pt idx="407">140</cx:pt>
          <cx:pt idx="408">160</cx:pt>
          <cx:pt idx="409">72</cx:pt>
          <cx:pt idx="410">79</cx:pt>
          <cx:pt idx="411">325</cx:pt>
          <cx:pt idx="412">240</cx:pt>
          <cx:pt idx="413">318</cx:pt>
          <cx:pt idx="414">95</cx:pt>
          <cx:pt idx="415">78</cx:pt>
          <cx:pt idx="416">60</cx:pt>
          <cx:pt idx="417">145</cx:pt>
          <cx:pt idx="418">80</cx:pt>
          <cx:pt idx="419">150</cx:pt>
          <cx:pt idx="420">69</cx:pt>
          <cx:pt idx="421">300</cx:pt>
          <cx:pt idx="422">77</cx:pt>
          <cx:pt idx="423">421</cx:pt>
          <cx:pt idx="424">153</cx:pt>
          <cx:pt idx="425">200</cx:pt>
          <cx:pt idx="426">129</cx:pt>
          <cx:pt idx="427">250</cx:pt>
          <cx:pt idx="428">107</cx:pt>
          <cx:pt idx="429">51</cx:pt>
          <cx:pt idx="430">136</cx:pt>
          <cx:pt idx="431">92</cx:pt>
          <cx:pt idx="432">114</cx:pt>
          <cx:pt idx="433">140</cx:pt>
          <cx:pt idx="434">140</cx:pt>
          <cx:pt idx="435">128</cx:pt>
          <cx:pt idx="436">250</cx:pt>
          <cx:pt idx="437">225</cx:pt>
          <cx:pt idx="438">107</cx:pt>
          <cx:pt idx="439">87</cx:pt>
          <cx:pt idx="440">110</cx:pt>
          <cx:pt idx="441">225</cx:pt>
          <cx:pt idx="442">151</cx:pt>
          <cx:pt idx="443">295</cx:pt>
          <cx:pt idx="444">177</cx:pt>
          <cx:pt idx="445">200</cx:pt>
          <cx:pt idx="446">100</cx:pt>
          <cx:pt idx="447">84</cx:pt>
          <cx:pt idx="448">376</cx:pt>
          <cx:pt idx="449">130</cx:pt>
          <cx:pt idx="450">150</cx:pt>
          <cx:pt idx="451">200</cx:pt>
          <cx:pt idx="452">500</cx:pt>
          <cx:pt idx="453">96</cx:pt>
          <cx:pt idx="454">291</cx:pt>
          <cx:pt idx="455">67</cx:pt>
          <cx:pt idx="456">99</cx:pt>
          <cx:pt idx="457">125</cx:pt>
          <cx:pt idx="458">112</cx:pt>
          <cx:pt idx="459">110</cx:pt>
          <cx:pt idx="460">148</cx:pt>
          <cx:pt idx="461">106</cx:pt>
          <cx:pt idx="462">250</cx:pt>
          <cx:pt idx="463">90</cx:pt>
          <cx:pt idx="464">180</cx:pt>
          <cx:pt idx="465">128</cx:pt>
          <cx:pt idx="466">49</cx:pt>
          <cx:pt idx="467">137</cx:pt>
          <cx:pt idx="468">100</cx:pt>
          <cx:pt idx="469">104</cx:pt>
          <cx:pt idx="470">195</cx:pt>
          <cx:pt idx="471">180</cx:pt>
          <cx:pt idx="472">100</cx:pt>
          <cx:pt idx="473">57</cx:pt>
          <cx:pt idx="474">80</cx:pt>
          <cx:pt idx="475">60</cx:pt>
          <cx:pt idx="476">150</cx:pt>
          <cx:pt idx="477">120</cx:pt>
          <cx:pt idx="478">150</cx:pt>
          <cx:pt idx="479">250</cx:pt>
          <cx:pt idx="480">41</cx:pt>
          <cx:pt idx="481">145</cx:pt>
          <cx:pt idx="482">85</cx:pt>
          <cx:pt idx="483">202</cx:pt>
          <cx:pt idx="484">42</cx:pt>
          <cx:pt idx="485">99</cx:pt>
          <cx:pt idx="486">270</cx:pt>
          <cx:pt idx="487">325</cx:pt>
          <cx:pt idx="488">201</cx:pt>
          <cx:pt idx="489">149</cx:pt>
          <cx:pt idx="490">102</cx:pt>
          <cx:pt idx="491">80</cx:pt>
          <cx:pt idx="492">150</cx:pt>
          <cx:pt idx="493">46</cx:pt>
          <cx:pt idx="494">75</cx:pt>
          <cx:pt idx="495">104</cx:pt>
          <cx:pt idx="496">99</cx:pt>
          <cx:pt idx="497">300</cx:pt>
          <cx:pt idx="498">139</cx:pt>
          <cx:pt idx="499">126</cx:pt>
          <cx:pt idx="500">80</cx:pt>
          <cx:pt idx="501">120</cx:pt>
          <cx:pt idx="502">150</cx:pt>
          <cx:pt idx="503">139</cx:pt>
          <cx:pt idx="504">50</cx:pt>
          <cx:pt idx="505">140</cx:pt>
          <cx:pt idx="506">130</cx:pt>
          <cx:pt idx="507">129</cx:pt>
          <cx:pt idx="508">155</cx:pt>
          <cx:pt idx="509">210</cx:pt>
          <cx:pt idx="510">200</cx:pt>
          <cx:pt idx="511">350</cx:pt>
          <cx:pt idx="512">96</cx:pt>
          <cx:pt idx="513">120</cx:pt>
          <cx:pt idx="514">126</cx:pt>
          <cx:pt idx="515">100</cx:pt>
          <cx:pt idx="516">80</cx:pt>
          <cx:pt idx="517">100</cx:pt>
          <cx:pt idx="518">80</cx:pt>
          <cx:pt idx="519">195</cx:pt>
          <cx:pt idx="520">101</cx:pt>
          <cx:pt idx="521">182</cx:pt>
          <cx:pt idx="522">241</cx:pt>
          <cx:pt idx="523">77</cx:pt>
          <cx:pt idx="524">468</cx:pt>
          <cx:pt idx="525">247</cx:pt>
          <cx:pt idx="526">99</cx:pt>
          <cx:pt idx="527">510</cx:pt>
          <cx:pt idx="528">280</cx:pt>
          <cx:pt idx="529">78</cx:pt>
          <cx:pt idx="530">260</cx:pt>
          <cx:pt idx="531">180</cx:pt>
          <cx:pt idx="532">119</cx:pt>
          <cx:pt idx="533">232</cx:pt>
          <cx:pt idx="534">90</cx:pt>
          <cx:pt idx="535">139</cx:pt>
          <cx:pt idx="536">160</cx:pt>
          <cx:pt idx="537">225</cx:pt>
          <cx:pt idx="538">425</cx:pt>
          <cx:pt idx="539">126</cx:pt>
          <cx:pt idx="540">250</cx:pt>
          <cx:pt idx="541">250</cx:pt>
          <cx:pt idx="542">140</cx:pt>
          <cx:pt idx="543">101</cx:pt>
          <cx:pt idx="544">79</cx:pt>
          <cx:pt idx="545">225</cx:pt>
          <cx:pt idx="546">100</cx:pt>
          <cx:pt idx="547">89</cx:pt>
          <cx:pt idx="548">125</cx:pt>
          <cx:pt idx="549">82</cx:pt>
          <cx:pt idx="550">79</cx:pt>
          <cx:pt idx="551">149</cx:pt>
          <cx:pt idx="552">250</cx:pt>
          <cx:pt idx="553">249</cx:pt>
          <cx:pt idx="554">250</cx:pt>
          <cx:pt idx="555">135</cx:pt>
          <cx:pt idx="556">195</cx:pt>
          <cx:pt idx="557">500</cx:pt>
          <cx:pt idx="558">99</cx:pt>
          <cx:pt idx="559">164</cx:pt>
          <cx:pt idx="560">110</cx:pt>
          <cx:pt idx="561">125</cx:pt>
          <cx:pt idx="562">110</cx:pt>
          <cx:pt idx="563">175</cx:pt>
          <cx:pt idx="564">400</cx:pt>
          <cx:pt idx="565">130</cx:pt>
          <cx:pt idx="566">170</cx:pt>
          <cx:pt idx="567">200</cx:pt>
          <cx:pt idx="568">64</cx:pt>
          <cx:pt idx="569">59</cx:pt>
          <cx:pt idx="570">404</cx:pt>
          <cx:pt idx="571">125</cx:pt>
          <cx:pt idx="572">125</cx:pt>
          <cx:pt idx="573">123</cx:pt>
          <cx:pt idx="574">87</cx:pt>
          <cx:pt idx="575">95</cx:pt>
          <cx:pt idx="576">135</cx:pt>
          <cx:pt idx="577">295</cx:pt>
          <cx:pt idx="578">75</cx:pt>
          <cx:pt idx="579">250</cx:pt>
          <cx:pt idx="580">140</cx:pt>
          <cx:pt idx="581">114</cx:pt>
          <cx:pt idx="582">135</cx:pt>
          <cx:pt idx="583">130</cx:pt>
          <cx:pt idx="584">159</cx:pt>
          <cx:pt idx="585">150</cx:pt>
          <cx:pt idx="586">160</cx:pt>
          <cx:pt idx="587">150</cx:pt>
          <cx:pt idx="588">257</cx:pt>
          <cx:pt idx="589">84</cx:pt>
          <cx:pt idx="590">150</cx:pt>
          <cx:pt idx="591">99</cx:pt>
          <cx:pt idx="592">77</cx:pt>
          <cx:pt idx="593">74</cx:pt>
          <cx:pt idx="594">144</cx:pt>
          <cx:pt idx="595">130</cx:pt>
          <cx:pt idx="596">120</cx:pt>
          <cx:pt idx="597">80</cx:pt>
          <cx:pt idx="598">165</cx:pt>
          <cx:pt idx="599">83</cx:pt>
          <cx:pt idx="600">248</cx:pt>
          <cx:pt idx="601">220</cx:pt>
          <cx:pt idx="602">99</cx:pt>
          <cx:pt idx="603">199</cx:pt>
          <cx:pt idx="604">208</cx:pt>
          <cx:pt idx="605">121</cx:pt>
          <cx:pt idx="606">88</cx:pt>
          <cx:pt idx="607">138</cx:pt>
          <cx:pt idx="608">50</cx:pt>
          <cx:pt idx="609">121</cx:pt>
          <cx:pt idx="610">150</cx:pt>
          <cx:pt idx="611">95</cx:pt>
          <cx:pt idx="612">110</cx:pt>
          <cx:pt idx="613">100</cx:pt>
          <cx:pt idx="614">118</cx:pt>
          <cx:pt idx="615">150</cx:pt>
          <cx:pt idx="616">179</cx:pt>
          <cx:pt idx="617">123</cx:pt>
          <cx:pt idx="618">149</cx:pt>
          <cx:pt idx="619">500</cx:pt>
          <cx:pt idx="620">58</cx:pt>
          <cx:pt idx="621">121</cx:pt>
          <cx:pt idx="622">129</cx:pt>
          <cx:pt idx="623">69</cx:pt>
          <cx:pt idx="624">110</cx:pt>
          <cx:pt idx="625">100</cx:pt>
          <cx:pt idx="626">200</cx:pt>
          <cx:pt idx="627">175</cx:pt>
          <cx:pt idx="628">155</cx:pt>
          <cx:pt idx="629">140</cx:pt>
          <cx:pt idx="630">99</cx:pt>
          <cx:pt idx="631">343</cx:pt>
          <cx:pt idx="632">171</cx:pt>
          <cx:pt idx="633">89</cx:pt>
          <cx:pt idx="634">180</cx:pt>
          <cx:pt idx="635">135</cx:pt>
          <cx:pt idx="636">300</cx:pt>
          <cx:pt idx="637">130</cx:pt>
          <cx:pt idx="638">80</cx:pt>
          <cx:pt idx="639">80</cx:pt>
          <cx:pt idx="640">108</cx:pt>
          <cx:pt idx="641">134</cx:pt>
          <cx:pt idx="642">83</cx:pt>
          <cx:pt idx="643">152</cx:pt>
          <cx:pt idx="644">226</cx:pt>
          <cx:pt idx="645">325</cx:pt>
          <cx:pt idx="646">155</cx:pt>
          <cx:pt idx="647">150</cx:pt>
          <cx:pt idx="648">60</cx:pt>
          <cx:pt idx="649">70</cx:pt>
          <cx:pt idx="650">99</cx:pt>
          <cx:pt idx="651">160</cx:pt>
          <cx:pt idx="652">285</cx:pt>
          <cx:pt idx="653">191</cx:pt>
          <cx:pt idx="654">75</cx:pt>
          <cx:pt idx="655">110</cx:pt>
          <cx:pt idx="656">103</cx:pt>
          <cx:pt idx="657">135</cx:pt>
          <cx:pt idx="658">110</cx:pt>
          <cx:pt idx="659">105</cx:pt>
          <cx:pt idx="660">113</cx:pt>
          <cx:pt idx="661">80</cx:pt>
          <cx:pt idx="662">144</cx:pt>
          <cx:pt idx="663">154</cx:pt>
          <cx:pt idx="664">320</cx:pt>
          <cx:pt idx="665">125</cx:pt>
          <cx:pt idx="666">80</cx:pt>
          <cx:pt idx="667">118</cx:pt>
          <cx:pt idx="668">45</cx:pt>
          <cx:pt idx="669">92</cx:pt>
          <cx:pt idx="670">200</cx:pt>
          <cx:pt idx="671">175</cx:pt>
          <cx:pt idx="672">300</cx:pt>
          <cx:pt idx="673">153</cx:pt>
          <cx:pt idx="674">65</cx:pt>
          <cx:pt idx="675">110</cx:pt>
          <cx:pt idx="676">200</cx:pt>
          <cx:pt idx="677">118</cx:pt>
          <cx:pt idx="678">100</cx:pt>
          <cx:pt idx="679">125</cx:pt>
          <cx:pt idx="680">84</cx:pt>
          <cx:pt idx="681">57</cx:pt>
          <cx:pt idx="682">450</cx:pt>
          <cx:pt idx="683">120</cx:pt>
          <cx:pt idx="684">80</cx:pt>
          <cx:pt idx="685">115</cx:pt>
          <cx:pt idx="686">297</cx:pt>
          <cx:pt idx="687">319</cx:pt>
          <cx:pt idx="688">130</cx:pt>
          <cx:pt idx="689">499</cx:pt>
          <cx:pt idx="690">103</cx:pt>
          <cx:pt idx="691">119</cx:pt>
          <cx:pt idx="692">155</cx:pt>
          <cx:pt idx="693">135</cx:pt>
          <cx:pt idx="694">100</cx:pt>
          <cx:pt idx="695">105</cx:pt>
          <cx:pt idx="696">70</cx:pt>
          <cx:pt idx="697">122</cx:pt>
          <cx:pt idx="698">200</cx:pt>
          <cx:pt idx="699">109</cx:pt>
          <cx:pt idx="700">250</cx:pt>
          <cx:pt idx="701">220</cx:pt>
          <cx:pt idx="702">201</cx:pt>
          <cx:pt idx="703">123</cx:pt>
          <cx:pt idx="704">140</cx:pt>
          <cx:pt idx="705">200</cx:pt>
          <cx:pt idx="706">85</cx:pt>
          <cx:pt idx="707">299</cx:pt>
          <cx:pt idx="708">114</cx:pt>
          <cx:pt idx="709">225</cx:pt>
          <cx:pt idx="710">200</cx:pt>
          <cx:pt idx="711">65</cx:pt>
          <cx:pt idx="712">175</cx:pt>
          <cx:pt idx="713">215</cx:pt>
          <cx:pt idx="714">122</cx:pt>
          <cx:pt idx="715">189</cx:pt>
          <cx:pt idx="716">149</cx:pt>
          <cx:pt idx="717">245</cx:pt>
          <cx:pt idx="718">215</cx:pt>
          <cx:pt idx="719">77</cx:pt>
          <cx:pt idx="720">119</cx:pt>
          <cx:pt idx="721">132</cx:pt>
          <cx:pt idx="722">154</cx:pt>
          <cx:pt idx="723">337</cx:pt>
          <cx:pt idx="724">180</cx:pt>
          <cx:pt idx="725">200</cx:pt>
          <cx:pt idx="726">75</cx:pt>
          <cx:pt idx="727">80</cx:pt>
          <cx:pt idx="728">250</cx:pt>
          <cx:pt idx="729">105</cx:pt>
          <cx:pt idx="730">92</cx:pt>
          <cx:pt idx="731">130</cx:pt>
          <cx:pt idx="732">89</cx:pt>
          <cx:pt idx="733">107</cx:pt>
          <cx:pt idx="734">120</cx:pt>
          <cx:pt idx="735">90</cx:pt>
          <cx:pt idx="736">100</cx:pt>
          <cx:pt idx="737">125</cx:pt>
          <cx:pt idx="738">88</cx:pt>
          <cx:pt idx="739">64</cx:pt>
          <cx:pt idx="740">289</cx:pt>
          <cx:pt idx="741">186</cx:pt>
          <cx:pt idx="742">115</cx:pt>
          <cx:pt idx="743">105</cx:pt>
          <cx:pt idx="744">150</cx:pt>
          <cx:pt idx="745">90</cx:pt>
          <cx:pt idx="746">115</cx:pt>
          <cx:pt idx="747">150</cx:pt>
          <cx:pt idx="748">400</cx:pt>
          <cx:pt idx="749">40</cx:pt>
          <cx:pt idx="750">93</cx:pt>
          <cx:pt idx="751">225</cx:pt>
          <cx:pt idx="752">60</cx:pt>
          <cx:pt idx="753">75</cx:pt>
          <cx:pt idx="754">200</cx:pt>
          <cx:pt idx="755">115</cx:pt>
          <cx:pt idx="756">110</cx:pt>
          <cx:pt idx="757">61</cx:pt>
          <cx:pt idx="758">120</cx:pt>
          <cx:pt idx="759">100</cx:pt>
          <cx:pt idx="760">145</cx:pt>
          <cx:pt idx="761">122</cx:pt>
          <cx:pt idx="762">141</cx:pt>
          <cx:pt idx="763">126</cx:pt>
          <cx:pt idx="764">300</cx:pt>
          <cx:pt idx="765">146</cx:pt>
          <cx:pt idx="766">82</cx:pt>
          <cx:pt idx="767">99</cx:pt>
          <cx:pt idx="768">75</cx:pt>
          <cx:pt idx="769">117</cx:pt>
          <cx:pt idx="770">120</cx:pt>
          <cx:pt idx="771">188</cx:pt>
          <cx:pt idx="772">130</cx:pt>
          <cx:pt idx="773">99</cx:pt>
          <cx:pt idx="774">170</cx:pt>
          <cx:pt idx="775">457</cx:pt>
          <cx:pt idx="776">400</cx:pt>
          <cx:pt idx="777">112</cx:pt>
          <cx:pt idx="778">175</cx:pt>
          <cx:pt idx="779">105</cx:pt>
          <cx:pt idx="780">105</cx:pt>
          <cx:pt idx="781">55</cx:pt>
          <cx:pt idx="782">95</cx:pt>
          <cx:pt idx="783">208</cx:pt>
          <cx:pt idx="784">220</cx:pt>
          <cx:pt idx="785">169</cx:pt>
          <cx:pt idx="786">128</cx:pt>
          <cx:pt idx="787">150</cx:pt>
          <cx:pt idx="788">283</cx:pt>
          <cx:pt idx="789">150</cx:pt>
          <cx:pt idx="790">95</cx:pt>
          <cx:pt idx="791">200</cx:pt>
          <cx:pt idx="792">188</cx:pt>
          <cx:pt idx="793">183</cx:pt>
          <cx:pt idx="794">130</cx:pt>
          <cx:pt idx="795">230</cx:pt>
          <cx:pt idx="796">70</cx:pt>
          <cx:pt idx="797">185</cx:pt>
          <cx:pt idx="798">210</cx:pt>
          <cx:pt idx="799">250</cx:pt>
          <cx:pt idx="800">149</cx:pt>
          <cx:pt idx="801">250</cx:pt>
          <cx:pt idx="802">59</cx:pt>
          <cx:pt idx="803">119</cx:pt>
          <cx:pt idx="804">79</cx:pt>
          <cx:pt idx="805">210</cx:pt>
          <cx:pt idx="806">130</cx:pt>
          <cx:pt idx="807">100</cx:pt>
          <cx:pt idx="808">275</cx:pt>
          <cx:pt idx="809">126</cx:pt>
          <cx:pt idx="810">307</cx:pt>
          <cx:pt idx="811">350</cx:pt>
          <cx:pt idx="812">145</cx:pt>
          <cx:pt idx="813">130</cx:pt>
          <cx:pt idx="814">80</cx:pt>
          <cx:pt idx="815">75</cx:pt>
          <cx:pt idx="816">115</cx:pt>
          <cx:pt idx="817">161</cx:pt>
          <cx:pt idx="818">49</cx:pt>
          <cx:pt idx="819">220</cx:pt>
          <cx:pt idx="820">100</cx:pt>
          <cx:pt idx="821">235</cx:pt>
          <cx:pt idx="822">110</cx:pt>
          <cx:pt idx="823">100</cx:pt>
          <cx:pt idx="824">87</cx:pt>
          <cx:pt idx="825">250</cx:pt>
          <cx:pt idx="826">120</cx:pt>
          <cx:pt idx="827">87</cx:pt>
          <cx:pt idx="828">135</cx:pt>
          <cx:pt idx="829">129</cx:pt>
          <cx:pt idx="830">390</cx:pt>
          <cx:pt idx="831">99</cx:pt>
          <cx:pt idx="832">114</cx:pt>
          <cx:pt idx="833">85</cx:pt>
          <cx:pt idx="834">520</cx:pt>
          <cx:pt idx="835">162</cx:pt>
          <cx:pt idx="836">70</cx:pt>
          <cx:pt idx="837">75</cx:pt>
          <cx:pt idx="838">88</cx:pt>
          <cx:pt idx="839">110</cx:pt>
          <cx:pt idx="840">170</cx:pt>
          <cx:pt idx="841">89</cx:pt>
          <cx:pt idx="842">150</cx:pt>
          <cx:pt idx="843">200</cx:pt>
          <cx:pt idx="844">175</cx:pt>
          <cx:pt idx="845">250</cx:pt>
          <cx:pt idx="846">195</cx:pt>
          <cx:pt idx="847">89</cx:pt>
          <cx:pt idx="848">100</cx:pt>
          <cx:pt idx="849">115</cx:pt>
          <cx:pt idx="850">115</cx:pt>
          <cx:pt idx="851">119</cx:pt>
          <cx:pt idx="852">121</cx:pt>
          <cx:pt idx="853">110</cx:pt>
          <cx:pt idx="854">95</cx:pt>
          <cx:pt idx="855">85</cx:pt>
          <cx:pt idx="856">200</cx:pt>
          <cx:pt idx="857">150</cx:pt>
          <cx:pt idx="858">100</cx:pt>
          <cx:pt idx="859">268</cx:pt>
          <cx:pt idx="860">65</cx:pt>
          <cx:pt idx="861">114</cx:pt>
          <cx:pt idx="862">239</cx:pt>
          <cx:pt idx="863">443</cx:pt>
          <cx:pt idx="864">143</cx:pt>
          <cx:pt idx="865">325</cx:pt>
          <cx:pt idx="866">100</cx:pt>
          <cx:pt idx="867">93</cx:pt>
          <cx:pt idx="868">314</cx:pt>
          <cx:pt idx="869">160</cx:pt>
          <cx:pt idx="870">120</cx:pt>
          <cx:pt idx="871">466</cx:pt>
          <cx:pt idx="872">84</cx:pt>
          <cx:pt idx="873">115</cx:pt>
          <cx:pt idx="874">190</cx:pt>
          <cx:pt idx="875">177</cx:pt>
          <cx:pt idx="876">190</cx:pt>
          <cx:pt idx="877">100</cx:pt>
          <cx:pt idx="878">150</cx:pt>
          <cx:pt idx="879">205</cx:pt>
          <cx:pt idx="880">180</cx:pt>
          <cx:pt idx="881">220</cx:pt>
          <cx:pt idx="882">150</cx:pt>
          <cx:pt idx="883">140</cx:pt>
          <cx:pt idx="884">150</cx:pt>
          <cx:pt idx="885">109</cx:pt>
          <cx:pt idx="886">85</cx:pt>
          <cx:pt idx="887">175</cx:pt>
          <cx:pt idx="888">53</cx:pt>
          <cx:pt idx="889">175</cx:pt>
          <cx:pt idx="890">109</cx:pt>
          <cx:pt idx="891">125</cx:pt>
          <cx:pt idx="892">92</cx:pt>
          <cx:pt idx="893">108</cx:pt>
          <cx:pt idx="894">185</cx:pt>
          <cx:pt idx="895">145</cx:pt>
          <cx:pt idx="896">300</cx:pt>
          <cx:pt idx="897">99</cx:pt>
          <cx:pt idx="898">130</cx:pt>
          <cx:pt idx="899">179</cx:pt>
          <cx:pt idx="900">120</cx:pt>
          <cx:pt idx="901">180</cx:pt>
          <cx:pt idx="902">200</cx:pt>
          <cx:pt idx="903">260</cx:pt>
          <cx:pt idx="904">329</cx:pt>
          <cx:pt idx="905">115</cx:pt>
          <cx:pt idx="906">70</cx:pt>
          <cx:pt idx="907">175</cx:pt>
          <cx:pt idx="908">230</cx:pt>
          <cx:pt idx="909">150</cx:pt>
          <cx:pt idx="910">238</cx:pt>
          <cx:pt idx="911">500</cx:pt>
          <cx:pt idx="912">125</cx:pt>
          <cx:pt idx="913">112</cx:pt>
          <cx:pt idx="914">175</cx:pt>
          <cx:pt idx="915">175</cx:pt>
          <cx:pt idx="916">80</cx:pt>
          <cx:pt idx="917">85</cx:pt>
          <cx:pt idx="918">106</cx:pt>
          <cx:pt idx="919">522</cx:pt>
          <cx:pt idx="920">210</cx:pt>
          <cx:pt idx="921">150</cx:pt>
          <cx:pt idx="922">75</cx:pt>
          <cx:pt idx="923">85</cx:pt>
          <cx:pt idx="924">350</cx:pt>
          <cx:pt idx="925">250</cx:pt>
          <cx:pt idx="926">99</cx:pt>
          <cx:pt idx="927">95</cx:pt>
          <cx:pt idx="928">243</cx:pt>
          <cx:pt idx="929">130</cx:pt>
          <cx:pt idx="930">80</cx:pt>
          <cx:pt idx="931">115</cx:pt>
          <cx:pt idx="932">282</cx:pt>
          <cx:pt idx="933">250</cx:pt>
          <cx:pt idx="934">150</cx:pt>
          <cx:pt idx="935">130</cx:pt>
          <cx:pt idx="936">135</cx:pt>
          <cx:pt idx="937">115</cx:pt>
          <cx:pt idx="938">109</cx:pt>
          <cx:pt idx="939">125</cx:pt>
          <cx:pt idx="940">109</cx:pt>
          <cx:pt idx="941">99</cx:pt>
          <cx:pt idx="942">109</cx:pt>
          <cx:pt idx="943">214</cx:pt>
          <cx:pt idx="944">87</cx:pt>
          <cx:pt idx="945">100</cx:pt>
          <cx:pt idx="946">110</cx:pt>
          <cx:pt idx="947">130</cx:pt>
          <cx:pt idx="948">114</cx:pt>
          <cx:pt idx="949">90</cx:pt>
          <cx:pt idx="950">139</cx:pt>
          <cx:pt idx="951">214</cx:pt>
          <cx:pt idx="952">123</cx:pt>
          <cx:pt idx="953">120</cx:pt>
          <cx:pt idx="954">185</cx:pt>
          <cx:pt idx="955">170</cx:pt>
          <cx:pt idx="956">85</cx:pt>
          <cx:pt idx="957">119</cx:pt>
          <cx:pt idx="958">90</cx:pt>
          <cx:pt idx="959">125</cx:pt>
          <cx:pt idx="960">300</cx:pt>
          <cx:pt idx="961">129</cx:pt>
          <cx:pt idx="962">96</cx:pt>
          <cx:pt idx="963">128</cx:pt>
          <cx:pt idx="964">73</cx:pt>
          <cx:pt idx="965">120</cx:pt>
          <cx:pt idx="966">79</cx:pt>
          <cx:pt idx="967">109</cx:pt>
          <cx:pt idx="968">93</cx:pt>
          <cx:pt idx="969">195</cx:pt>
          <cx:pt idx="970">188</cx:pt>
          <cx:pt idx="971">249</cx:pt>
          <cx:pt idx="972">60</cx:pt>
          <cx:pt idx="973">140</cx:pt>
          <cx:pt idx="974">136</cx:pt>
          <cx:pt idx="975">120</cx:pt>
          <cx:pt idx="976">99</cx:pt>
          <cx:pt idx="977">104</cx:pt>
          <cx:pt idx="978">400</cx:pt>
          <cx:pt idx="979">82</cx:pt>
          <cx:pt idx="980">120</cx:pt>
          <cx:pt idx="981">100</cx:pt>
          <cx:pt idx="982">350</cx:pt>
          <cx:pt idx="983">110</cx:pt>
          <cx:pt idx="984">200</cx:pt>
          <cx:pt idx="985">117</cx:pt>
          <cx:pt idx="986">99</cx:pt>
          <cx:pt idx="987">213</cx:pt>
          <cx:pt idx="988">119</cx:pt>
          <cx:pt idx="989">266</cx:pt>
          <cx:pt idx="990">68</cx:pt>
          <cx:pt idx="991">175</cx:pt>
          <cx:pt idx="992">230</cx:pt>
          <cx:pt idx="993">130</cx:pt>
          <cx:pt idx="994">110</cx:pt>
          <cx:pt idx="995">73</cx:pt>
          <cx:pt idx="996">79</cx:pt>
          <cx:pt idx="997">193</cx:pt>
          <cx:pt idx="998">69</cx:pt>
          <cx:pt idx="999">136</cx:pt>
          <cx:pt idx="1000">85</cx:pt>
          <cx:pt idx="1001">250</cx:pt>
          <cx:pt idx="1002">79</cx:pt>
          <cx:pt idx="1003">135</cx:pt>
          <cx:pt idx="1004">200</cx:pt>
          <cx:pt idx="1005">91</cx:pt>
          <cx:pt idx="1006">85</cx:pt>
          <cx:pt idx="1007">125</cx:pt>
          <cx:pt idx="1008">136</cx:pt>
          <cx:pt idx="1009">135</cx:pt>
          <cx:pt idx="1010">418</cx:pt>
          <cx:pt idx="1011">179</cx:pt>
          <cx:pt idx="1012">145</cx:pt>
          <cx:pt idx="1013">150</cx:pt>
          <cx:pt idx="1014">125</cx:pt>
          <cx:pt idx="1015">120</cx:pt>
          <cx:pt idx="1016">65</cx:pt>
          <cx:pt idx="1017">155</cx:pt>
          <cx:pt idx="1018">120</cx:pt>
          <cx:pt idx="1019">275</cx:pt>
          <cx:pt idx="1020">100</cx:pt>
          <cx:pt idx="1021">215</cx:pt>
          <cx:pt idx="1022">385</cx:pt>
          <cx:pt idx="1023">125</cx:pt>
          <cx:pt idx="1024">259</cx:pt>
          <cx:pt idx="1025">115</cx:pt>
          <cx:pt idx="1026">114</cx:pt>
          <cx:pt idx="1027">105</cx:pt>
          <cx:pt idx="1028">189</cx:pt>
          <cx:pt idx="1029">160</cx:pt>
          <cx:pt idx="1030">48</cx:pt>
          <cx:pt idx="1031">199</cx:pt>
          <cx:pt idx="1032">214</cx:pt>
          <cx:pt idx="1033">450</cx:pt>
          <cx:pt idx="1034">270</cx:pt>
          <cx:pt idx="1035">147</cx:pt>
          <cx:pt idx="1036">85</cx:pt>
          <cx:pt idx="1037">54</cx:pt>
          <cx:pt idx="1038">34</cx:pt>
          <cx:pt idx="1039">81</cx:pt>
          <cx:pt idx="1040">37</cx:pt>
          <cx:pt idx="1041">175</cx:pt>
          <cx:pt idx="1042">120</cx:pt>
          <cx:pt idx="1043">180</cx:pt>
          <cx:pt idx="1044">99</cx:pt>
          <cx:pt idx="1045">150</cx:pt>
          <cx:pt idx="1046">215</cx:pt>
          <cx:pt idx="1047">110</cx:pt>
          <cx:pt idx="1048">138</cx:pt>
          <cx:pt idx="1049">185</cx:pt>
          <cx:pt idx="1050">200</cx:pt>
          <cx:pt idx="1051">149</cx:pt>
          <cx:pt idx="1052">196</cx:pt>
          <cx:pt idx="1053">219</cx:pt>
          <cx:pt idx="1054">140</cx:pt>
          <cx:pt idx="1055">159</cx:pt>
          <cx:pt idx="1056">110</cx:pt>
          <cx:pt idx="1057">110</cx:pt>
          <cx:pt idx="1058">190</cx:pt>
          <cx:pt idx="1059">115</cx:pt>
          <cx:pt idx="1060">209</cx:pt>
          <cx:pt idx="1061">125</cx:pt>
          <cx:pt idx="1062">60</cx:pt>
          <cx:pt idx="1063">230</cx:pt>
          <cx:pt idx="1064">189</cx:pt>
          <cx:pt idx="1065">40</cx:pt>
          <cx:pt idx="1066">240</cx:pt>
          <cx:pt idx="1067">99</cx:pt>
          <cx:pt idx="1068">286</cx:pt>
          <cx:pt idx="1069">150</cx:pt>
          <cx:pt idx="1070">210</cx:pt>
          <cx:pt idx="1071">200</cx:pt>
          <cx:pt idx="1072">107</cx:pt>
          <cx:pt idx="1073">87</cx:pt>
          <cx:pt idx="1074">139</cx:pt>
          <cx:pt idx="1075">140</cx:pt>
          <cx:pt idx="1076">500</cx:pt>
          <cx:pt idx="1077">74</cx:pt>
          <cx:pt idx="1078">200</cx:pt>
          <cx:pt idx="1079">67</cx:pt>
          <cx:pt idx="1080">108</cx:pt>
          <cx:pt idx="1081">73</cx:pt>
          <cx:pt idx="1082">70</cx:pt>
          <cx:pt idx="1083">125</cx:pt>
          <cx:pt idx="1084">180</cx:pt>
          <cx:pt idx="1085">85</cx:pt>
          <cx:pt idx="1086">197</cx:pt>
          <cx:pt idx="1087">125</cx:pt>
          <cx:pt idx="1088">120</cx:pt>
          <cx:pt idx="1089">275</cx:pt>
          <cx:pt idx="1090">200</cx:pt>
          <cx:pt idx="1091">190</cx:pt>
          <cx:pt idx="1092">200</cx:pt>
          <cx:pt idx="1093">139</cx:pt>
          <cx:pt idx="1094">134</cx:pt>
          <cx:pt idx="1095">160</cx:pt>
          <cx:pt idx="1096">85</cx:pt>
          <cx:pt idx="1097">220</cx:pt>
          <cx:pt idx="1098">60</cx:pt>
          <cx:pt idx="1099">130</cx:pt>
          <cx:pt idx="1100">110</cx:pt>
          <cx:pt idx="1101">150</cx:pt>
          <cx:pt idx="1102">70</cx:pt>
          <cx:pt idx="1103">80</cx:pt>
          <cx:pt idx="1104">124</cx:pt>
          <cx:pt idx="1105">159</cx:pt>
          <cx:pt idx="1106">150</cx:pt>
          <cx:pt idx="1107">95</cx:pt>
          <cx:pt idx="1108">65</cx:pt>
          <cx:pt idx="1109">290</cx:pt>
          <cx:pt idx="1110">95</cx:pt>
          <cx:pt idx="1111">190</cx:pt>
          <cx:pt idx="1112">99</cx:pt>
          <cx:pt idx="1113">158</cx:pt>
          <cx:pt idx="1114">155</cx:pt>
          <cx:pt idx="1115">100</cx:pt>
          <cx:pt idx="1116">250</cx:pt>
          <cx:pt idx="1117">230</cx:pt>
          <cx:pt idx="1118">109</cx:pt>
          <cx:pt idx="1119">205</cx:pt>
          <cx:pt idx="1120">119</cx:pt>
          <cx:pt idx="1121">45</cx:pt>
          <cx:pt idx="1122">110</cx:pt>
          <cx:pt idx="1123">160</cx:pt>
          <cx:pt idx="1124">125</cx:pt>
          <cx:pt idx="1125">140</cx:pt>
          <cx:pt idx="1126">104</cx:pt>
          <cx:pt idx="1127">239</cx:pt>
          <cx:pt idx="1128">145</cx:pt>
          <cx:pt idx="1129">300</cx:pt>
          <cx:pt idx="1130">176</cx:pt>
          <cx:pt idx="1131">115</cx:pt>
          <cx:pt idx="1132">96</cx:pt>
          <cx:pt idx="1133">71</cx:pt>
          <cx:pt idx="1134">67</cx:pt>
          <cx:pt idx="1135">84</cx:pt>
          <cx:pt idx="1136">73</cx:pt>
          <cx:pt idx="1137">99</cx:pt>
          <cx:pt idx="1138">504</cx:pt>
          <cx:pt idx="1139">119</cx:pt>
          <cx:pt idx="1140">85</cx:pt>
          <cx:pt idx="1141">99</cx:pt>
          <cx:pt idx="1142">75</cx:pt>
          <cx:pt idx="1143">181</cx:pt>
          <cx:pt idx="1144">61</cx:pt>
          <cx:pt idx="1145">180</cx:pt>
          <cx:pt idx="1146">195</cx:pt>
          <cx:pt idx="1147">120</cx:pt>
          <cx:pt idx="1148">130</cx:pt>
          <cx:pt idx="1149">140</cx:pt>
          <cx:pt idx="1150">195</cx:pt>
          <cx:pt idx="1151">180</cx:pt>
          <cx:pt idx="1152">125</cx:pt>
          <cx:pt idx="1153">115</cx:pt>
          <cx:pt idx="1154">80</cx:pt>
          <cx:pt idx="1155">89</cx:pt>
          <cx:pt idx="1156">199</cx:pt>
          <cx:pt idx="1157">100</cx:pt>
          <cx:pt idx="1158">185</cx:pt>
          <cx:pt idx="1159">120</cx:pt>
          <cx:pt idx="1160">175</cx:pt>
          <cx:pt idx="1161">99</cx:pt>
          <cx:pt idx="1162">175</cx:pt>
          <cx:pt idx="1163">80</cx:pt>
          <cx:pt idx="1164">109</cx:pt>
          <cx:pt idx="1165">150</cx:pt>
          <cx:pt idx="1166">132</cx:pt>
          <cx:pt idx="1167">150</cx:pt>
          <cx:pt idx="1168">159</cx:pt>
          <cx:pt idx="1169">146</cx:pt>
          <cx:pt idx="1170">115</cx:pt>
          <cx:pt idx="1171">100</cx:pt>
          <cx:pt idx="1172">140</cx:pt>
          <cx:pt idx="1173">120</cx:pt>
          <cx:pt idx="1174">154</cx:pt>
          <cx:pt idx="1175">170</cx:pt>
          <cx:pt idx="1176">199</cx:pt>
          <cx:pt idx="1177">50</cx:pt>
          <cx:pt idx="1178">104</cx:pt>
          <cx:pt idx="1179">135</cx:pt>
          <cx:pt idx="1180">175</cx:pt>
          <cx:pt idx="1181">136</cx:pt>
          <cx:pt idx="1182">99</cx:pt>
          <cx:pt idx="1183">175</cx:pt>
          <cx:pt idx="1184">71</cx:pt>
          <cx:pt idx="1185">125</cx:pt>
          <cx:pt idx="1186">106</cx:pt>
          <cx:pt idx="1187">200</cx:pt>
          <cx:pt idx="1188">186</cx:pt>
          <cx:pt idx="1189">150</cx:pt>
          <cx:pt idx="1190">150</cx:pt>
          <cx:pt idx="1191">129</cx:pt>
          <cx:pt idx="1192">113</cx:pt>
          <cx:pt idx="1193">120</cx:pt>
          <cx:pt idx="1194">280</cx:pt>
          <cx:pt idx="1195">87</cx:pt>
          <cx:pt idx="1196">125</cx:pt>
          <cx:pt idx="1197">160</cx:pt>
          <cx:pt idx="1198">132</cx:pt>
          <cx:pt idx="1199">225</cx:pt>
          <cx:pt idx="1200">175</cx:pt>
          <cx:pt idx="1201">200</cx:pt>
          <cx:pt idx="1202">136</cx:pt>
          <cx:pt idx="1203">64</cx:pt>
          <cx:pt idx="1204">149</cx:pt>
          <cx:pt idx="1205">250</cx:pt>
          <cx:pt idx="1206">325</cx:pt>
          <cx:pt idx="1207">149</cx:pt>
          <cx:pt idx="1208">116</cx:pt>
          <cx:pt idx="1209">189</cx:pt>
          <cx:pt idx="1210">162</cx:pt>
          <cx:pt idx="1211">250</cx:pt>
          <cx:pt idx="1212">130</cx:pt>
          <cx:pt idx="1213">120</cx:pt>
          <cx:pt idx="1214">180</cx:pt>
          <cx:pt idx="1215">150</cx:pt>
          <cx:pt idx="1216">225</cx:pt>
          <cx:pt idx="1217">90</cx:pt>
          <cx:pt idx="1218">110</cx:pt>
          <cx:pt idx="1219">249</cx:pt>
          <cx:pt idx="1220">90</cx:pt>
          <cx:pt idx="1221">464</cx:pt>
          <cx:pt idx="1222">100</cx:pt>
          <cx:pt idx="1223">109</cx:pt>
          <cx:pt idx="1224">104</cx:pt>
          <cx:pt idx="1225">60</cx:pt>
          <cx:pt idx="1226">221</cx:pt>
          <cx:pt idx="1227">80</cx:pt>
          <cx:pt idx="1228">129</cx:pt>
          <cx:pt idx="1229">95</cx:pt>
          <cx:pt idx="1230">220</cx:pt>
          <cx:pt idx="1231">100</cx:pt>
          <cx:pt idx="1232">160</cx:pt>
          <cx:pt idx="1233">80</cx:pt>
          <cx:pt idx="1234">90</cx:pt>
          <cx:pt idx="1235">166</cx:pt>
          <cx:pt idx="1236">120</cx:pt>
          <cx:pt idx="1237">325</cx:pt>
          <cx:pt idx="1238">130</cx:pt>
          <cx:pt idx="1239">200</cx:pt>
          <cx:pt idx="1240">106</cx:pt>
          <cx:pt idx="1241">80</cx:pt>
          <cx:pt idx="1242">174</cx:pt>
          <cx:pt idx="1243">125</cx:pt>
          <cx:pt idx="1244">200</cx:pt>
          <cx:pt idx="1245">85</cx:pt>
          <cx:pt idx="1246">345</cx:pt>
          <cx:pt idx="1247">220</cx:pt>
          <cx:pt idx="1248">129</cx:pt>
          <cx:pt idx="1249">70</cx:pt>
          <cx:pt idx="1250">85</cx:pt>
          <cx:pt idx="1251">65</cx:pt>
          <cx:pt idx="1252">294</cx:pt>
          <cx:pt idx="1253">80</cx:pt>
          <cx:pt idx="1254">285</cx:pt>
          <cx:pt idx="1255">175</cx:pt>
          <cx:pt idx="1256">250</cx:pt>
          <cx:pt idx="1257">71</cx:pt>
          <cx:pt idx="1258">110</cx:pt>
          <cx:pt idx="1259">150</cx:pt>
          <cx:pt idx="1260">100</cx:pt>
          <cx:pt idx="1261">123</cx:pt>
          <cx:pt idx="1262">164</cx:pt>
          <cx:pt idx="1263">295</cx:pt>
          <cx:pt idx="1264">90</cx:pt>
          <cx:pt idx="1265">125</cx:pt>
          <cx:pt idx="1266">140</cx:pt>
          <cx:pt idx="1267">140</cx:pt>
          <cx:pt idx="1268">250</cx:pt>
          <cx:pt idx="1269">99</cx:pt>
          <cx:pt idx="1270">75</cx:pt>
          <cx:pt idx="1271">81</cx:pt>
          <cx:pt idx="1272">43</cx:pt>
          <cx:pt idx="1273">100</cx:pt>
          <cx:pt idx="1274">125</cx:pt>
          <cx:pt idx="1275">147</cx:pt>
          <cx:pt idx="1276">97</cx:pt>
          <cx:pt idx="1277">110</cx:pt>
          <cx:pt idx="1278">210</cx:pt>
          <cx:pt idx="1279">75</cx:pt>
          <cx:pt idx="1280">150</cx:pt>
          <cx:pt idx="1281">70</cx:pt>
          <cx:pt idx="1282">150</cx:pt>
          <cx:pt idx="1283">66</cx:pt>
          <cx:pt idx="1284">200</cx:pt>
          <cx:pt idx="1285">219</cx:pt>
          <cx:pt idx="1286">323</cx:pt>
          <cx:pt idx="1287">69</cx:pt>
          <cx:pt idx="1288">175</cx:pt>
          <cx:pt idx="1289">104</cx:pt>
          <cx:pt idx="1290">110</cx:pt>
          <cx:pt idx="1291">90</cx:pt>
          <cx:pt idx="1292">55</cx:pt>
          <cx:pt idx="1293">150</cx:pt>
          <cx:pt idx="1294">86</cx:pt>
          <cx:pt idx="1295">120</cx:pt>
          <cx:pt idx="1296">90</cx:pt>
          <cx:pt idx="1297">115</cx:pt>
          <cx:pt idx="1298">95</cx:pt>
          <cx:pt idx="1299">145</cx:pt>
          <cx:pt idx="1300">150</cx:pt>
          <cx:pt idx="1301">160</cx:pt>
          <cx:pt idx="1302">160</cx:pt>
          <cx:pt idx="1303">130</cx:pt>
          <cx:pt idx="1304">175</cx:pt>
          <cx:pt idx="1305">105</cx:pt>
          <cx:pt idx="1306">99</cx:pt>
          <cx:pt idx="1307">90</cx:pt>
          <cx:pt idx="1308">117</cx:pt>
          <cx:pt idx="1309">300</cx:pt>
          <cx:pt idx="1310">150</cx:pt>
          <cx:pt idx="1311">135</cx:pt>
          <cx:pt idx="1312">95</cx:pt>
          <cx:pt idx="1313">125</cx:pt>
          <cx:pt idx="1314">84</cx:pt>
          <cx:pt idx="1315">150</cx:pt>
          <cx:pt idx="1316">175</cx:pt>
          <cx:pt idx="1317">120</cx:pt>
          <cx:pt idx="1318">150</cx:pt>
          <cx:pt idx="1319">150</cx:pt>
          <cx:pt idx="1320">145</cx:pt>
          <cx:pt idx="1321">249</cx:pt>
          <cx:pt idx="1322">135</cx:pt>
          <cx:pt idx="1323">115</cx:pt>
          <cx:pt idx="1324">160</cx:pt>
          <cx:pt idx="1325">89</cx:pt>
          <cx:pt idx="1326">85</cx:pt>
          <cx:pt idx="1327">57</cx:pt>
          <cx:pt idx="1328">80</cx:pt>
          <cx:pt idx="1329">214</cx:pt>
          <cx:pt idx="1330">70</cx:pt>
          <cx:pt idx="1331">90</cx:pt>
          <cx:pt idx="1332">175</cx:pt>
          <cx:pt idx="1333">300</cx:pt>
          <cx:pt idx="1334">250</cx:pt>
          <cx:pt idx="1335">139</cx:pt>
          <cx:pt idx="1336">200</cx:pt>
          <cx:pt idx="1337">49</cx:pt>
          <cx:pt idx="1338">150</cx:pt>
          <cx:pt idx="1339">70</cx:pt>
          <cx:pt idx="1340">114</cx:pt>
          <cx:pt idx="1341">50</cx:pt>
          <cx:pt idx="1342">161</cx:pt>
          <cx:pt idx="1343">90</cx:pt>
          <cx:pt idx="1344">92</cx:pt>
          <cx:pt idx="1345">115</cx:pt>
          <cx:pt idx="1346">99</cx:pt>
          <cx:pt idx="1347">50</cx:pt>
          <cx:pt idx="1348">142</cx:pt>
          <cx:pt idx="1349">115</cx:pt>
          <cx:pt idx="1350">105</cx:pt>
          <cx:pt idx="1351">60</cx:pt>
          <cx:pt idx="1352">135</cx:pt>
          <cx:pt idx="1353">125</cx:pt>
          <cx:pt idx="1354">119</cx:pt>
          <cx:pt idx="1355">150</cx:pt>
          <cx:pt idx="1356">125</cx:pt>
          <cx:pt idx="1357">135</cx:pt>
          <cx:pt idx="1358">140</cx:pt>
          <cx:pt idx="1359">117</cx:pt>
          <cx:pt idx="1360">186</cx:pt>
          <cx:pt idx="1361">214</cx:pt>
          <cx:pt idx="1362">50</cx:pt>
          <cx:pt idx="1363">85</cx:pt>
          <cx:pt idx="1364">139</cx:pt>
          <cx:pt idx="1365">200</cx:pt>
          <cx:pt idx="1366">110</cx:pt>
          <cx:pt idx="1367">225</cx:pt>
          <cx:pt idx="1368">35</cx:pt>
          <cx:pt idx="1369">95</cx:pt>
          <cx:pt idx="1370">95</cx:pt>
          <cx:pt idx="1371">120</cx:pt>
          <cx:pt idx="1372">125</cx:pt>
          <cx:pt idx="1373">230</cx:pt>
          <cx:pt idx="1374">65</cx:pt>
          <cx:pt idx="1375">125</cx:pt>
          <cx:pt idx="1376">150</cx:pt>
          <cx:pt idx="1377">106</cx:pt>
          <cx:pt idx="1378">100</cx:pt>
          <cx:pt idx="1379">295</cx:pt>
          <cx:pt idx="1380">42</cx:pt>
          <cx:pt idx="1381">90</cx:pt>
          <cx:pt idx="1382">86</cx:pt>
          <cx:pt idx="1383">381</cx:pt>
          <cx:pt idx="1384">149</cx:pt>
          <cx:pt idx="1385">95</cx:pt>
          <cx:pt idx="1386">140</cx:pt>
          <cx:pt idx="1387">119</cx:pt>
          <cx:pt idx="1388">231</cx:pt>
          <cx:pt idx="1389">210</cx:pt>
          <cx:pt idx="1390">107</cx:pt>
          <cx:pt idx="1391">136</cx:pt>
          <cx:pt idx="1392">174</cx:pt>
          <cx:pt idx="1393">120</cx:pt>
          <cx:pt idx="1394">125</cx:pt>
          <cx:pt idx="1395">130</cx:pt>
          <cx:pt idx="1396">120</cx:pt>
          <cx:pt idx="1397">60</cx:pt>
          <cx:pt idx="1398">118</cx:pt>
          <cx:pt idx="1399">65</cx:pt>
          <cx:pt idx="1400">73</cx:pt>
          <cx:pt idx="1401">200</cx:pt>
          <cx:pt idx="1402">400</cx:pt>
          <cx:pt idx="1403">250</cx:pt>
          <cx:pt idx="1404">121</cx:pt>
          <cx:pt idx="1405">299</cx:pt>
          <cx:pt idx="1406">140</cx:pt>
          <cx:pt idx="1407">102</cx:pt>
          <cx:pt idx="1408">225</cx:pt>
          <cx:pt idx="1409">117</cx:pt>
          <cx:pt idx="1410">150</cx:pt>
          <cx:pt idx="1411">150</cx:pt>
          <cx:pt idx="1412">124</cx:pt>
          <cx:pt idx="1413">75</cx:pt>
          <cx:pt idx="1414">131</cx:pt>
          <cx:pt idx="1415">140</cx:pt>
          <cx:pt idx="1416">120</cx:pt>
          <cx:pt idx="1417">130</cx:pt>
          <cx:pt idx="1418">90</cx:pt>
          <cx:pt idx="1419">199</cx:pt>
          <cx:pt idx="1420">349</cx:pt>
          <cx:pt idx="1421">150</cx:pt>
          <cx:pt idx="1422">175</cx:pt>
          <cx:pt idx="1423">101</cx:pt>
          <cx:pt idx="1424">225</cx:pt>
          <cx:pt idx="1425">170</cx:pt>
          <cx:pt idx="1426">120</cx:pt>
          <cx:pt idx="1427">90</cx:pt>
          <cx:pt idx="1428">275</cx:pt>
          <cx:pt idx="1429">70</cx:pt>
          <cx:pt idx="1430">105</cx:pt>
          <cx:pt idx="1431">91</cx:pt>
          <cx:pt idx="1432">93</cx:pt>
          <cx:pt idx="1433">133</cx:pt>
          <cx:pt idx="1434">58</cx:pt>
          <cx:pt idx="1435">120</cx:pt>
          <cx:pt idx="1436">85</cx:pt>
          <cx:pt idx="1437">232</cx:pt>
          <cx:pt idx="1438">214</cx:pt>
          <cx:pt idx="1439">93</cx:pt>
          <cx:pt idx="1440">175</cx:pt>
          <cx:pt idx="1441">190</cx:pt>
          <cx:pt idx="1442">125</cx:pt>
          <cx:pt idx="1443">103</cx:pt>
          <cx:pt idx="1444">150</cx:pt>
          <cx:pt idx="1445">145</cx:pt>
          <cx:pt idx="1446">94</cx:pt>
          <cx:pt idx="1447">48</cx:pt>
          <cx:pt idx="1448">115</cx:pt>
          <cx:pt idx="1449">395</cx:pt>
          <cx:pt idx="1450">142</cx:pt>
          <cx:pt idx="1451">190</cx:pt>
          <cx:pt idx="1452">55</cx:pt>
          <cx:pt idx="1453">150</cx:pt>
          <cx:pt idx="1454">279</cx:pt>
          <cx:pt idx="1455">113</cx:pt>
          <cx:pt idx="1456">90</cx:pt>
          <cx:pt idx="1457">130</cx:pt>
          <cx:pt idx="1458">250</cx:pt>
          <cx:pt idx="1459">185</cx:pt>
          <cx:pt idx="1460">100</cx:pt>
          <cx:pt idx="1461">149</cx:pt>
          <cx:pt idx="1462">90</cx:pt>
          <cx:pt idx="1463">143</cx:pt>
          <cx:pt idx="1464">130</cx:pt>
          <cx:pt idx="1465">250</cx:pt>
          <cx:pt idx="1466">105</cx:pt>
          <cx:pt idx="1467">90</cx:pt>
          <cx:pt idx="1468">516</cx:pt>
          <cx:pt idx="1469">193</cx:pt>
          <cx:pt idx="1470">250</cx:pt>
          <cx:pt idx="1471">93</cx:pt>
          <cx:pt idx="1472">73</cx:pt>
          <cx:pt idx="1473">90</cx:pt>
          <cx:pt idx="1474">99</cx:pt>
          <cx:pt idx="1475">117</cx:pt>
          <cx:pt idx="1476">150</cx:pt>
          <cx:pt idx="1477">120</cx:pt>
          <cx:pt idx="1478">130</cx:pt>
          <cx:pt idx="1479">139</cx:pt>
          <cx:pt idx="1480">90</cx:pt>
          <cx:pt idx="1481">125</cx:pt>
          <cx:pt idx="1482">196</cx:pt>
          <cx:pt idx="1483">250</cx:pt>
          <cx:pt idx="1484">222</cx:pt>
          <cx:pt idx="1485">111</cx:pt>
          <cx:pt idx="1486">100</cx:pt>
          <cx:pt idx="1487">160</cx:pt>
          <cx:pt idx="1488">120</cx:pt>
          <cx:pt idx="1489">295</cx:pt>
          <cx:pt idx="1490">109</cx:pt>
          <cx:pt idx="1491">164</cx:pt>
          <cx:pt idx="1492">130</cx:pt>
          <cx:pt idx="1493">90</cx:pt>
          <cx:pt idx="1494">150</cx:pt>
          <cx:pt idx="1495">150</cx:pt>
          <cx:pt idx="1496">146</cx:pt>
          <cx:pt idx="1497">120</cx:pt>
          <cx:pt idx="1498">200</cx:pt>
          <cx:pt idx="1499">450</cx:pt>
          <cx:pt idx="1500">207</cx:pt>
          <cx:pt idx="1501">105</cx:pt>
          <cx:pt idx="1502">513</cx:pt>
          <cx:pt idx="1503">380</cx:pt>
          <cx:pt idx="1504">192</cx:pt>
          <cx:pt idx="1505">199</cx:pt>
          <cx:pt idx="1506">109</cx:pt>
          <cx:pt idx="1507">89</cx:pt>
          <cx:pt idx="1508">149</cx:pt>
          <cx:pt idx="1509">129</cx:pt>
          <cx:pt idx="1510">52</cx:pt>
          <cx:pt idx="1511">150</cx:pt>
          <cx:pt idx="1512">350</cx:pt>
          <cx:pt idx="1513">85</cx:pt>
          <cx:pt idx="1514">80</cx:pt>
          <cx:pt idx="1515">110</cx:pt>
          <cx:pt idx="1516">495</cx:pt>
          <cx:pt idx="1517">119</cx:pt>
          <cx:pt idx="1518">106</cx:pt>
          <cx:pt idx="1519">100</cx:pt>
          <cx:pt idx="1520">120</cx:pt>
          <cx:pt idx="1521">414</cx:pt>
          <cx:pt idx="1522">120</cx:pt>
          <cx:pt idx="1523">179</cx:pt>
          <cx:pt idx="1524">239</cx:pt>
          <cx:pt idx="1525">145</cx:pt>
          <cx:pt idx="1526">143</cx:pt>
          <cx:pt idx="1527">95</cx:pt>
          <cx:pt idx="1528">150</cx:pt>
          <cx:pt idx="1529">115</cx:pt>
          <cx:pt idx="1530">105</cx:pt>
          <cx:pt idx="1531">327</cx:pt>
          <cx:pt idx="1532">120</cx:pt>
          <cx:pt idx="1533">120</cx:pt>
          <cx:pt idx="1534">189</cx:pt>
          <cx:pt idx="1535">450</cx:pt>
          <cx:pt idx="1536">175</cx:pt>
          <cx:pt idx="1537">131</cx:pt>
          <cx:pt idx="1538">169</cx:pt>
          <cx:pt idx="1539">139</cx:pt>
          <cx:pt idx="1540">189</cx:pt>
          <cx:pt idx="1541">150</cx:pt>
          <cx:pt idx="1542">244</cx:pt>
          <cx:pt idx="1543">80</cx:pt>
          <cx:pt idx="1544">45</cx:pt>
          <cx:pt idx="1545">100</cx:pt>
          <cx:pt idx="1546">160</cx:pt>
          <cx:pt idx="1547">130</cx:pt>
          <cx:pt idx="1548">107</cx:pt>
          <cx:pt idx="1549">51</cx:pt>
          <cx:pt idx="1550">157</cx:pt>
          <cx:pt idx="1551">105</cx:pt>
          <cx:pt idx="1552">199</cx:pt>
          <cx:pt idx="1553">145</cx:pt>
          <cx:pt idx="1554">109</cx:pt>
          <cx:pt idx="1555">213</cx:pt>
          <cx:pt idx="1556">95</cx:pt>
          <cx:pt idx="1557">113</cx:pt>
          <cx:pt idx="1558">128</cx:pt>
          <cx:pt idx="1559">69</cx:pt>
          <cx:pt idx="1560">150</cx:pt>
          <cx:pt idx="1561">108</cx:pt>
          <cx:pt idx="1562">140</cx:pt>
          <cx:pt idx="1563">150</cx:pt>
          <cx:pt idx="1564">99</cx:pt>
          <cx:pt idx="1565">288</cx:pt>
          <cx:pt idx="1566">99</cx:pt>
          <cx:pt idx="1567">125</cx:pt>
          <cx:pt idx="1568">60</cx:pt>
          <cx:pt idx="1569">131</cx:pt>
          <cx:pt idx="1570">97</cx:pt>
          <cx:pt idx="1571">155</cx:pt>
          <cx:pt idx="1572">151</cx:pt>
          <cx:pt idx="1573">128</cx:pt>
          <cx:pt idx="1574">130</cx:pt>
          <cx:pt idx="1575">90</cx:pt>
          <cx:pt idx="1576">125</cx:pt>
          <cx:pt idx="1577">145</cx:pt>
          <cx:pt idx="1578">159</cx:pt>
          <cx:pt idx="1579">104</cx:pt>
          <cx:pt idx="1580">150</cx:pt>
          <cx:pt idx="1581">114</cx:pt>
          <cx:pt idx="1582">180</cx:pt>
          <cx:pt idx="1583">175</cx:pt>
          <cx:pt idx="1584">289</cx:pt>
          <cx:pt idx="1585">140</cx:pt>
          <cx:pt idx="1586">140</cx:pt>
          <cx:pt idx="1587">100</cx:pt>
          <cx:pt idx="1588">100</cx:pt>
          <cx:pt idx="1589">199</cx:pt>
          <cx:pt idx="1590">105</cx:pt>
          <cx:pt idx="1591">425</cx:pt>
          <cx:pt idx="1592">85</cx:pt>
          <cx:pt idx="1593">141</cx:pt>
          <cx:pt idx="1594">175</cx:pt>
          <cx:pt idx="1595">159</cx:pt>
          <cx:pt idx="1596">200</cx:pt>
          <cx:pt idx="1597">75</cx:pt>
          <cx:pt idx="1598">104</cx:pt>
          <cx:pt idx="1599">95</cx:pt>
          <cx:pt idx="1600">79</cx:pt>
          <cx:pt idx="1601">500</cx:pt>
          <cx:pt idx="1602">214</cx:pt>
          <cx:pt idx="1603">120</cx:pt>
          <cx:pt idx="1604">150</cx:pt>
          <cx:pt idx="1605">329</cx:pt>
          <cx:pt idx="1606">105</cx:pt>
          <cx:pt idx="1607">200</cx:pt>
          <cx:pt idx="1608">169</cx:pt>
          <cx:pt idx="1609">120</cx:pt>
          <cx:pt idx="1610">175</cx:pt>
          <cx:pt idx="1611">100</cx:pt>
          <cx:pt idx="1612">97</cx:pt>
          <cx:pt idx="1613">160</cx:pt>
          <cx:pt idx="1614">169</cx:pt>
          <cx:pt idx="1615">99</cx:pt>
          <cx:pt idx="1616">119</cx:pt>
          <cx:pt idx="1617">47</cx:pt>
          <cx:pt idx="1618">75</cx:pt>
          <cx:pt idx="1619">225</cx:pt>
          <cx:pt idx="1620">62</cx:pt>
          <cx:pt idx="1621">96</cx:pt>
          <cx:pt idx="1622">229</cx:pt>
          <cx:pt idx="1623">106</cx:pt>
          <cx:pt idx="1624">75</cx:pt>
          <cx:pt idx="1625">110</cx:pt>
          <cx:pt idx="1626">200</cx:pt>
          <cx:pt idx="1627">95</cx:pt>
          <cx:pt idx="1628">278</cx:pt>
          <cx:pt idx="1629">129</cx:pt>
          <cx:pt idx="1630">125</cx:pt>
          <cx:pt idx="1631">170</cx:pt>
          <cx:pt idx="1632">78</cx:pt>
          <cx:pt idx="1633">127</cx:pt>
          <cx:pt idx="1634">70</cx:pt>
          <cx:pt idx="1635">179</cx:pt>
          <cx:pt idx="1636">90</cx:pt>
          <cx:pt idx="1637">179</cx:pt>
          <cx:pt idx="1638">130</cx:pt>
          <cx:pt idx="1639">125</cx:pt>
          <cx:pt idx="1640">136</cx:pt>
          <cx:pt idx="1641">120</cx:pt>
          <cx:pt idx="1642">110</cx:pt>
          <cx:pt idx="1643">195</cx:pt>
          <cx:pt idx="1644">129</cx:pt>
          <cx:pt idx="1645">200</cx:pt>
          <cx:pt idx="1646">79</cx:pt>
          <cx:pt idx="1647">110</cx:pt>
          <cx:pt idx="1648">155</cx:pt>
          <cx:pt idx="1649">200</cx:pt>
          <cx:pt idx="1650">200</cx:pt>
          <cx:pt idx="1651">150</cx:pt>
          <cx:pt idx="1652">175</cx:pt>
          <cx:pt idx="1653">135</cx:pt>
          <cx:pt idx="1654">89</cx:pt>
          <cx:pt idx="1655">100</cx:pt>
          <cx:pt idx="1656">493</cx:pt>
          <cx:pt idx="1657">75</cx:pt>
          <cx:pt idx="1658">109</cx:pt>
          <cx:pt idx="1659">70</cx:pt>
          <cx:pt idx="1660">200</cx:pt>
          <cx:pt idx="1661">75</cx:pt>
          <cx:pt idx="1662">179</cx:pt>
          <cx:pt idx="1663">300</cx:pt>
          <cx:pt idx="1664">500</cx:pt>
          <cx:pt idx="1665">200</cx:pt>
          <cx:pt idx="1666">145</cx:pt>
          <cx:pt idx="1667">115</cx:pt>
          <cx:pt idx="1668">150</cx:pt>
          <cx:pt idx="1669">120</cx:pt>
          <cx:pt idx="1670">100</cx:pt>
          <cx:pt idx="1671">65</cx:pt>
          <cx:pt idx="1672">150</cx:pt>
          <cx:pt idx="1673">69</cx:pt>
          <cx:pt idx="1674">155</cx:pt>
          <cx:pt idx="1675">86</cx:pt>
          <cx:pt idx="1676">85</cx:pt>
          <cx:pt idx="1677">150</cx:pt>
          <cx:pt idx="1678">232</cx:pt>
          <cx:pt idx="1679">280</cx:pt>
          <cx:pt idx="1680">100</cx:pt>
          <cx:pt idx="1681">90</cx:pt>
          <cx:pt idx="1682">84</cx:pt>
          <cx:pt idx="1683">120</cx:pt>
          <cx:pt idx="1684">105</cx:pt>
          <cx:pt idx="1685">142</cx:pt>
          <cx:pt idx="1686">170</cx:pt>
          <cx:pt idx="1687">70</cx:pt>
          <cx:pt idx="1688">210</cx:pt>
          <cx:pt idx="1689">260</cx:pt>
          <cx:pt idx="1690">98</cx:pt>
          <cx:pt idx="1691">125</cx:pt>
          <cx:pt idx="1692">300</cx:pt>
          <cx:pt idx="1693">225</cx:pt>
          <cx:pt idx="1694">275</cx:pt>
          <cx:pt idx="1695">125</cx:pt>
          <cx:pt idx="1696">49</cx:pt>
          <cx:pt idx="1697">128</cx:pt>
          <cx:pt idx="1698">120</cx:pt>
          <cx:pt idx="1699">250</cx:pt>
          <cx:pt idx="1700">45</cx:pt>
          <cx:pt idx="1701">90</cx:pt>
          <cx:pt idx="1702">300</cx:pt>
          <cx:pt idx="1703">145</cx:pt>
          <cx:pt idx="1704">90</cx:pt>
          <cx:pt idx="1705">100</cx:pt>
          <cx:pt idx="1706">105</cx:pt>
          <cx:pt idx="1707">67</cx:pt>
          <cx:pt idx="1708">175</cx:pt>
          <cx:pt idx="1709">173</cx:pt>
          <cx:pt idx="1710">350</cx:pt>
          <cx:pt idx="1711">207</cx:pt>
          <cx:pt idx="1712">82</cx:pt>
          <cx:pt idx="1713">101</cx:pt>
          <cx:pt idx="1714">199</cx:pt>
          <cx:pt idx="1715">89</cx:pt>
          <cx:pt idx="1716">130</cx:pt>
          <cx:pt idx="1717">161</cx:pt>
          <cx:pt idx="1718">182</cx:pt>
          <cx:pt idx="1719">103</cx:pt>
          <cx:pt idx="1720">139</cx:pt>
          <cx:pt idx="1721">171</cx:pt>
          <cx:pt idx="1722">130</cx:pt>
          <cx:pt idx="1723">68</cx:pt>
          <cx:pt idx="1724">150</cx:pt>
          <cx:pt idx="1725">77</cx:pt>
          <cx:pt idx="1726">164</cx:pt>
          <cx:pt idx="1727">320</cx:pt>
          <cx:pt idx="1728">96</cx:pt>
          <cx:pt idx="1729">120</cx:pt>
          <cx:pt idx="1730">110</cx:pt>
          <cx:pt idx="1731">180</cx:pt>
          <cx:pt idx="1732">54</cx:pt>
          <cx:pt idx="1733">60</cx:pt>
          <cx:pt idx="1734">111</cx:pt>
          <cx:pt idx="1735">95</cx:pt>
          <cx:pt idx="1736">174</cx:pt>
          <cx:pt idx="1737">125</cx:pt>
          <cx:pt idx="1738">125</cx:pt>
          <cx:pt idx="1739">185</cx:pt>
          <cx:pt idx="1740">68</cx:pt>
          <cx:pt idx="1741">88</cx:pt>
          <cx:pt idx="1742">121</cx:pt>
          <cx:pt idx="1743">71</cx:pt>
          <cx:pt idx="1744">200</cx:pt>
          <cx:pt idx="1745">100</cx:pt>
          <cx:pt idx="1746">36</cx:pt>
          <cx:pt idx="1747">109</cx:pt>
          <cx:pt idx="1748">140</cx:pt>
          <cx:pt idx="1749">100</cx:pt>
          <cx:pt idx="1750">100</cx:pt>
          <cx:pt idx="1751">180</cx:pt>
          <cx:pt idx="1752">100</cx:pt>
          <cx:pt idx="1753">99</cx:pt>
          <cx:pt idx="1754">150</cx:pt>
          <cx:pt idx="1755">350</cx:pt>
          <cx:pt idx="1756">90</cx:pt>
          <cx:pt idx="1757">150</cx:pt>
          <cx:pt idx="1758">120</cx:pt>
          <cx:pt idx="1759">149</cx:pt>
          <cx:pt idx="1760">124</cx:pt>
          <cx:pt idx="1761">109</cx:pt>
          <cx:pt idx="1762">165</cx:pt>
          <cx:pt idx="1763">120</cx:pt>
          <cx:pt idx="1764">172</cx:pt>
          <cx:pt idx="1765">126</cx:pt>
          <cx:pt idx="1766">180</cx:pt>
          <cx:pt idx="1767">69</cx:pt>
          <cx:pt idx="1768">125</cx:pt>
          <cx:pt idx="1769">95</cx:pt>
          <cx:pt idx="1770">321</cx:pt>
          <cx:pt idx="1771">60</cx:pt>
          <cx:pt idx="1772">157</cx:pt>
          <cx:pt idx="1773">143</cx:pt>
          <cx:pt idx="1774">142</cx:pt>
          <cx:pt idx="1775">185</cx:pt>
          <cx:pt idx="1776">175</cx:pt>
          <cx:pt idx="1777">40</cx:pt>
          <cx:pt idx="1778">199</cx:pt>
          <cx:pt idx="1779">84</cx:pt>
          <cx:pt idx="1780">115</cx:pt>
          <cx:pt idx="1781">158</cx:pt>
          <cx:pt idx="1782">38</cx:pt>
          <cx:pt idx="1783">120</cx:pt>
          <cx:pt idx="1784">100</cx:pt>
          <cx:pt idx="1785">137</cx:pt>
          <cx:pt idx="1786">79</cx:pt>
          <cx:pt idx="1787">62</cx:pt>
          <cx:pt idx="1788">75</cx:pt>
          <cx:pt idx="1789">99</cx:pt>
          <cx:pt idx="1790">140</cx:pt>
          <cx:pt idx="1791">95</cx:pt>
          <cx:pt idx="1792">180</cx:pt>
          <cx:pt idx="1793">138</cx:pt>
          <cx:pt idx="1794">250</cx:pt>
          <cx:pt idx="1795">116</cx:pt>
          <cx:pt idx="1796">250</cx:pt>
          <cx:pt idx="1797">245</cx:pt>
          <cx:pt idx="1798">200</cx:pt>
          <cx:pt idx="1799">275</cx:pt>
          <cx:pt idx="1800">80</cx:pt>
          <cx:pt idx="1801">150</cx:pt>
          <cx:pt idx="1802">155</cx:pt>
          <cx:pt idx="1803">140</cx:pt>
          <cx:pt idx="1804">93</cx:pt>
          <cx:pt idx="1805">130</cx:pt>
          <cx:pt idx="1806">125</cx:pt>
          <cx:pt idx="1807">200</cx:pt>
          <cx:pt idx="1808">150</cx:pt>
          <cx:pt idx="1809">132</cx:pt>
          <cx:pt idx="1810">132</cx:pt>
          <cx:pt idx="1811">68</cx:pt>
          <cx:pt idx="1812">140</cx:pt>
          <cx:pt idx="1813">250</cx:pt>
          <cx:pt idx="1814">200</cx:pt>
          <cx:pt idx="1815">190</cx:pt>
          <cx:pt idx="1816">56</cx:pt>
          <cx:pt idx="1817">139</cx:pt>
          <cx:pt idx="1818">225</cx:pt>
          <cx:pt idx="1819">160</cx:pt>
          <cx:pt idx="1820">70</cx:pt>
          <cx:pt idx="1821">125</cx:pt>
          <cx:pt idx="1822">200</cx:pt>
          <cx:pt idx="1823">180</cx:pt>
          <cx:pt idx="1824">100</cx:pt>
          <cx:pt idx="1825">125</cx:pt>
          <cx:pt idx="1826">76</cx:pt>
          <cx:pt idx="1827">187</cx:pt>
          <cx:pt idx="1828">140</cx:pt>
          <cx:pt idx="1829">100</cx:pt>
          <cx:pt idx="1830">120</cx:pt>
          <cx:pt idx="1831">85</cx:pt>
          <cx:pt idx="1832">108</cx:pt>
          <cx:pt idx="1833">155</cx:pt>
          <cx:pt idx="1834">85</cx:pt>
          <cx:pt idx="1835">246</cx:pt>
          <cx:pt idx="1836">76</cx:pt>
          <cx:pt idx="1837">150</cx:pt>
          <cx:pt idx="1838">170</cx:pt>
          <cx:pt idx="1839">150</cx:pt>
          <cx:pt idx="1840">400</cx:pt>
          <cx:pt idx="1841">249</cx:pt>
          <cx:pt idx="1842">145</cx:pt>
          <cx:pt idx="1843">350</cx:pt>
          <cx:pt idx="1844">189</cx:pt>
          <cx:pt idx="1845">120</cx:pt>
          <cx:pt idx="1846">99</cx:pt>
          <cx:pt idx="1847">89</cx:pt>
          <cx:pt idx="1848">40</cx:pt>
          <cx:pt idx="1849">80</cx:pt>
          <cx:pt idx="1850">93</cx:pt>
          <cx:pt idx="1851">74</cx:pt>
          <cx:pt idx="1852">109</cx:pt>
          <cx:pt idx="1853">61</cx:pt>
          <cx:pt idx="1854">235</cx:pt>
          <cx:pt idx="1855">130</cx:pt>
          <cx:pt idx="1856">153</cx:pt>
          <cx:pt idx="1857">90</cx:pt>
          <cx:pt idx="1858">208</cx:pt>
          <cx:pt idx="1859">100</cx:pt>
          <cx:pt idx="1860">300</cx:pt>
          <cx:pt idx="1861">189</cx:pt>
          <cx:pt idx="1862">86</cx:pt>
          <cx:pt idx="1863">117</cx:pt>
          <cx:pt idx="1864">175</cx:pt>
          <cx:pt idx="1865">100</cx:pt>
          <cx:pt idx="1866">89</cx:pt>
          <cx:pt idx="1867">114</cx:pt>
          <cx:pt idx="1868">200</cx:pt>
          <cx:pt idx="1869">87</cx:pt>
          <cx:pt idx="1870">90</cx:pt>
          <cx:pt idx="1871">60</cx:pt>
          <cx:pt idx="1872">90</cx:pt>
          <cx:pt idx="1873">64</cx:pt>
          <cx:pt idx="1874">135</cx:pt>
          <cx:pt idx="1875">110</cx:pt>
          <cx:pt idx="1876">185</cx:pt>
          <cx:pt idx="1877">79</cx:pt>
          <cx:pt idx="1878">199</cx:pt>
          <cx:pt idx="1879">99</cx:pt>
          <cx:pt idx="1880">87</cx:pt>
          <cx:pt idx="1881">175</cx:pt>
          <cx:pt idx="1882">175</cx:pt>
          <cx:pt idx="1883">105</cx:pt>
          <cx:pt idx="1884">130</cx:pt>
          <cx:pt idx="1885">130</cx:pt>
          <cx:pt idx="1886">250</cx:pt>
          <cx:pt idx="1887">130</cx:pt>
          <cx:pt idx="1888">115</cx:pt>
          <cx:pt idx="1889">200</cx:pt>
          <cx:pt idx="1890">167</cx:pt>
          <cx:pt idx="1891">165</cx:pt>
          <cx:pt idx="1892">75</cx:pt>
          <cx:pt idx="1893">89</cx:pt>
          <cx:pt idx="1894">79</cx:pt>
          <cx:pt idx="1895">160</cx:pt>
          <cx:pt idx="1896">259</cx:pt>
          <cx:pt idx="1897">125</cx:pt>
          <cx:pt idx="1898">130</cx:pt>
          <cx:pt idx="1899">280</cx:pt>
          <cx:pt idx="1900">131</cx:pt>
          <cx:pt idx="1901">170</cx:pt>
          <cx:pt idx="1902">141</cx:pt>
          <cx:pt idx="1903">165</cx:pt>
          <cx:pt idx="1904">200</cx:pt>
          <cx:pt idx="1905">180</cx:pt>
          <cx:pt idx="1906">149</cx:pt>
          <cx:pt idx="1907">169</cx:pt>
          <cx:pt idx="1908">150</cx:pt>
          <cx:pt idx="1909">143</cx:pt>
          <cx:pt idx="1910">130</cx:pt>
          <cx:pt idx="1911">185</cx:pt>
          <cx:pt idx="1912">99</cx:pt>
          <cx:pt idx="1913">119</cx:pt>
          <cx:pt idx="1914">120</cx:pt>
          <cx:pt idx="1915">180</cx:pt>
          <cx:pt idx="1916">124</cx:pt>
          <cx:pt idx="1917">75</cx:pt>
          <cx:pt idx="1918">90</cx:pt>
          <cx:pt idx="1919">220</cx:pt>
          <cx:pt idx="1920">110</cx:pt>
          <cx:pt idx="1921">50</cx:pt>
          <cx:pt idx="1922">320</cx:pt>
          <cx:pt idx="1923">140</cx:pt>
          <cx:pt idx="1924">151</cx:pt>
          <cx:pt idx="1925">120</cx:pt>
          <cx:pt idx="1926">150</cx:pt>
          <cx:pt idx="1927">75</cx:pt>
          <cx:pt idx="1928">149</cx:pt>
          <cx:pt idx="1929">174</cx:pt>
          <cx:pt idx="1930">200</cx:pt>
          <cx:pt idx="1931">125</cx:pt>
          <cx:pt idx="1932">150</cx:pt>
          <cx:pt idx="1933">160</cx:pt>
          <cx:pt idx="1934">110</cx:pt>
          <cx:pt idx="1935">259</cx:pt>
          <cx:pt idx="1936">95</cx:pt>
          <cx:pt idx="1937">160</cx:pt>
          <cx:pt idx="1938">125</cx:pt>
          <cx:pt idx="1939">140</cx:pt>
          <cx:pt idx="1940">40</cx:pt>
          <cx:pt idx="1941">99</cx:pt>
          <cx:pt idx="1942">115</cx:pt>
          <cx:pt idx="1943">120</cx:pt>
          <cx:pt idx="1944">74</cx:pt>
          <cx:pt idx="1945">95</cx:pt>
          <cx:pt idx="1946">103</cx:pt>
          <cx:pt idx="1947">250</cx:pt>
          <cx:pt idx="1948">90</cx:pt>
          <cx:pt idx="1949">200</cx:pt>
          <cx:pt idx="1950">175</cx:pt>
          <cx:pt idx="1951">130</cx:pt>
          <cx:pt idx="1952">132</cx:pt>
          <cx:pt idx="1953">95</cx:pt>
          <cx:pt idx="1954">80</cx:pt>
          <cx:pt idx="1955">48</cx:pt>
          <cx:pt idx="1956">375</cx:pt>
          <cx:pt idx="1957">143</cx:pt>
          <cx:pt idx="1958">180</cx:pt>
          <cx:pt idx="1959">169</cx:pt>
          <cx:pt idx="1960">155</cx:pt>
          <cx:pt idx="1961">100</cx:pt>
          <cx:pt idx="1962">120</cx:pt>
          <cx:pt idx="1963">507</cx:pt>
          <cx:pt idx="1964">180</cx:pt>
          <cx:pt idx="1965">350</cx:pt>
          <cx:pt idx="1966">151</cx:pt>
          <cx:pt idx="1967">130</cx:pt>
          <cx:pt idx="1968">104</cx:pt>
          <cx:pt idx="1969">89</cx:pt>
          <cx:pt idx="1970">120</cx:pt>
          <cx:pt idx="1971">150</cx:pt>
          <cx:pt idx="1972">292</cx:pt>
          <cx:pt idx="1973">79</cx:pt>
          <cx:pt idx="1974">275</cx:pt>
          <cx:pt idx="1975">300</cx:pt>
          <cx:pt idx="1976">119</cx:pt>
          <cx:pt idx="1977">71</cx:pt>
          <cx:pt idx="1978">160</cx:pt>
          <cx:pt idx="1979">100</cx:pt>
          <cx:pt idx="1980">80</cx:pt>
          <cx:pt idx="1981">175</cx:pt>
          <cx:pt idx="1982">151</cx:pt>
          <cx:pt idx="1983">189</cx:pt>
          <cx:pt idx="1984">114</cx:pt>
          <cx:pt idx="1985">395</cx:pt>
          <cx:pt idx="1986">85</cx:pt>
          <cx:pt idx="1987">50</cx:pt>
          <cx:pt idx="1988">109</cx:pt>
          <cx:pt idx="1989">30</cx:pt>
          <cx:pt idx="1990">145</cx:pt>
          <cx:pt idx="1991">250</cx:pt>
          <cx:pt idx="1992">130</cx:pt>
          <cx:pt idx="1993">170</cx:pt>
          <cx:pt idx="1994">123</cx:pt>
          <cx:pt idx="1995">135</cx:pt>
          <cx:pt idx="1996">102</cx:pt>
          <cx:pt idx="1997">141</cx:pt>
          <cx:pt idx="1998">125</cx:pt>
          <cx:pt idx="1999">40</cx:pt>
          <cx:pt idx="2000">169</cx:pt>
          <cx:pt idx="2001">65</cx:pt>
          <cx:pt idx="2002">139</cx:pt>
          <cx:pt idx="2003">120</cx:pt>
          <cx:pt idx="2004">49</cx:pt>
          <cx:pt idx="2005">85</cx:pt>
          <cx:pt idx="2006">118</cx:pt>
          <cx:pt idx="2007">220</cx:pt>
          <cx:pt idx="2008">420</cx:pt>
          <cx:pt idx="2009">92</cx:pt>
          <cx:pt idx="2010">209</cx:pt>
          <cx:pt idx="2011">295</cx:pt>
          <cx:pt idx="2012">131</cx:pt>
          <cx:pt idx="2013">175</cx:pt>
          <cx:pt idx="2014">100</cx:pt>
          <cx:pt idx="2015">178</cx:pt>
          <cx:pt idx="2016">112</cx:pt>
          <cx:pt idx="2017">120</cx:pt>
          <cx:pt idx="2018">150</cx:pt>
          <cx:pt idx="2019">125</cx:pt>
          <cx:pt idx="2020">75</cx:pt>
          <cx:pt idx="2021">140</cx:pt>
          <cx:pt idx="2022">128</cx:pt>
          <cx:pt idx="2023">150</cx:pt>
          <cx:pt idx="2024">87</cx:pt>
          <cx:pt idx="2025">299</cx:pt>
          <cx:pt idx="2026">150</cx:pt>
          <cx:pt idx="2027">130</cx:pt>
          <cx:pt idx="2028">145</cx:pt>
          <cx:pt idx="2029">99</cx:pt>
          <cx:pt idx="2030">190</cx:pt>
          <cx:pt idx="2031">195</cx:pt>
          <cx:pt idx="2032">116</cx:pt>
          <cx:pt idx="2033">135</cx:pt>
          <cx:pt idx="2034">404</cx:pt>
          <cx:pt idx="2035">65</cx:pt>
          <cx:pt idx="2036">499</cx:pt>
          <cx:pt idx="2037">175</cx:pt>
          <cx:pt idx="2038">299</cx:pt>
          <cx:pt idx="2039">428</cx:pt>
          <cx:pt idx="2040">200</cx:pt>
          <cx:pt idx="2041">99</cx:pt>
          <cx:pt idx="2042">186</cx:pt>
          <cx:pt idx="2043">70</cx:pt>
          <cx:pt idx="2044">37</cx:pt>
          <cx:pt idx="2045">129</cx:pt>
          <cx:pt idx="2046">71</cx:pt>
          <cx:pt idx="2047">90</cx:pt>
          <cx:pt idx="2048">220</cx:pt>
          <cx:pt idx="2049">160</cx:pt>
          <cx:pt idx="2050">75</cx:pt>
          <cx:pt idx="2051">225</cx:pt>
          <cx:pt idx="2052">160</cx:pt>
          <cx:pt idx="2053">70</cx:pt>
          <cx:pt idx="2054">40</cx:pt>
          <cx:pt idx="2055">147</cx:pt>
          <cx:pt idx="2056">80</cx:pt>
          <cx:pt idx="2057">99</cx:pt>
          <cx:pt idx="2058">153</cx:pt>
          <cx:pt idx="2059">90</cx:pt>
          <cx:pt idx="2060">139</cx:pt>
          <cx:pt idx="2061">135</cx:pt>
          <cx:pt idx="2062">300</cx:pt>
          <cx:pt idx="2063">145</cx:pt>
          <cx:pt idx="2064">185</cx:pt>
          <cx:pt idx="2065">185</cx:pt>
          <cx:pt idx="2066">110</cx:pt>
          <cx:pt idx="2067">120</cx:pt>
          <cx:pt idx="2068">150</cx:pt>
          <cx:pt idx="2069">130</cx:pt>
          <cx:pt idx="2070">140</cx:pt>
          <cx:pt idx="2071">185</cx:pt>
          <cx:pt idx="2072">105</cx:pt>
          <cx:pt idx="2073">82</cx:pt>
          <cx:pt idx="2074">200</cx:pt>
          <cx:pt idx="2075">90</cx:pt>
          <cx:pt idx="2076">48</cx:pt>
          <cx:pt idx="2077">92</cx:pt>
          <cx:pt idx="2078">150</cx:pt>
          <cx:pt idx="2079">99</cx:pt>
          <cx:pt idx="2080">160</cx:pt>
          <cx:pt idx="2081">120</cx:pt>
          <cx:pt idx="2082">100</cx:pt>
          <cx:pt idx="2083">116</cx:pt>
          <cx:pt idx="2084">95</cx:pt>
          <cx:pt idx="2085">150</cx:pt>
          <cx:pt idx="2086">99</cx:pt>
          <cx:pt idx="2087">81</cx:pt>
          <cx:pt idx="2088">233</cx:pt>
          <cx:pt idx="2089">206</cx:pt>
          <cx:pt idx="2090">125</cx:pt>
          <cx:pt idx="2091">130</cx:pt>
          <cx:pt idx="2092">100</cx:pt>
          <cx:pt idx="2093">145</cx:pt>
          <cx:pt idx="2094">250</cx:pt>
          <cx:pt idx="2095">289</cx:pt>
          <cx:pt idx="2096">136</cx:pt>
          <cx:pt idx="2097">133</cx:pt>
          <cx:pt idx="2098">260</cx:pt>
          <cx:pt idx="2099">136</cx:pt>
          <cx:pt idx="2100">69</cx:pt>
          <cx:pt idx="2101">150</cx:pt>
          <cx:pt idx="2102">84</cx:pt>
          <cx:pt idx="2103">108</cx:pt>
          <cx:pt idx="2104">95</cx:pt>
          <cx:pt idx="2105">250</cx:pt>
          <cx:pt idx="2106">115</cx:pt>
          <cx:pt idx="2107">119</cx:pt>
          <cx:pt idx="2108">181</cx:pt>
          <cx:pt idx="2109">100</cx:pt>
          <cx:pt idx="2110">75</cx:pt>
          <cx:pt idx="2111">300</cx:pt>
          <cx:pt idx="2112">70</cx:pt>
          <cx:pt idx="2113">65</cx:pt>
          <cx:pt idx="2114">190</cx:pt>
          <cx:pt idx="2115">125</cx:pt>
          <cx:pt idx="2116">457</cx:pt>
          <cx:pt idx="2117">117</cx:pt>
          <cx:pt idx="2118">109</cx:pt>
          <cx:pt idx="2119">85</cx:pt>
          <cx:pt idx="2120">145</cx:pt>
          <cx:pt idx="2121">82</cx:pt>
          <cx:pt idx="2122">90</cx:pt>
          <cx:pt idx="2123">220</cx:pt>
          <cx:pt idx="2124">165</cx:pt>
          <cx:pt idx="2125">120</cx:pt>
          <cx:pt idx="2126">139</cx:pt>
          <cx:pt idx="2127">170</cx:pt>
          <cx:pt idx="2128">80</cx:pt>
          <cx:pt idx="2129">305</cx:pt>
          <cx:pt idx="2130">98</cx:pt>
          <cx:pt idx="2131">140</cx:pt>
          <cx:pt idx="2132">71</cx:pt>
          <cx:pt idx="2133">180</cx:pt>
          <cx:pt idx="2134">186</cx:pt>
          <cx:pt idx="2135">90</cx:pt>
          <cx:pt idx="2136">128</cx:pt>
          <cx:pt idx="2137">160</cx:pt>
          <cx:pt idx="2138">136</cx:pt>
          <cx:pt idx="2139">271</cx:pt>
          <cx:pt idx="2140">245</cx:pt>
          <cx:pt idx="2141">99</cx:pt>
          <cx:pt idx="2142">160</cx:pt>
          <cx:pt idx="2143">150</cx:pt>
          <cx:pt idx="2144">80</cx:pt>
          <cx:pt idx="2145">31</cx:pt>
          <cx:pt idx="2146">50</cx:pt>
          <cx:pt idx="2147">60</cx:pt>
          <cx:pt idx="2148">162</cx:pt>
          <cx:pt idx="2149">75</cx:pt>
          <cx:pt idx="2150">80</cx:pt>
          <cx:pt idx="2151">120</cx:pt>
          <cx:pt idx="2152">99</cx:pt>
          <cx:pt idx="2153">130</cx:pt>
          <cx:pt idx="2154">104</cx:pt>
          <cx:pt idx="2155">157</cx:pt>
          <cx:pt idx="2156">122</cx:pt>
          <cx:pt idx="2157">175</cx:pt>
          <cx:pt idx="2158">71</cx:pt>
          <cx:pt idx="2159">100</cx:pt>
          <cx:pt idx="2160">195</cx:pt>
          <cx:pt idx="2161">245</cx:pt>
          <cx:pt idx="2162">75</cx:pt>
          <cx:pt idx="2163">139</cx:pt>
          <cx:pt idx="2164">106</cx:pt>
          <cx:pt idx="2165">76</cx:pt>
          <cx:pt idx="2166">115</cx:pt>
          <cx:pt idx="2167">75</cx:pt>
          <cx:pt idx="2168">127</cx:pt>
          <cx:pt idx="2169">250</cx:pt>
          <cx:pt idx="2170">84</cx:pt>
          <cx:pt idx="2171">92</cx:pt>
          <cx:pt idx="2172">250</cx:pt>
          <cx:pt idx="2173">50</cx:pt>
          <cx:pt idx="2174">120</cx:pt>
          <cx:pt idx="2175">125</cx:pt>
          <cx:pt idx="2176">230</cx:pt>
          <cx:pt idx="2177">120</cx:pt>
          <cx:pt idx="2178">150</cx:pt>
          <cx:pt idx="2179">91</cx:pt>
          <cx:pt idx="2180">120</cx:pt>
          <cx:pt idx="2181">101</cx:pt>
          <cx:pt idx="2182">86</cx:pt>
          <cx:pt idx="2183">56</cx:pt>
          <cx:pt idx="2184">249</cx:pt>
          <cx:pt idx="2185">180</cx:pt>
          <cx:pt idx="2186">107</cx:pt>
          <cx:pt idx="2187">150</cx:pt>
          <cx:pt idx="2188">79</cx:pt>
          <cx:pt idx="2189">79</cx:pt>
          <cx:pt idx="2190">125</cx:pt>
          <cx:pt idx="2191">125</cx:pt>
          <cx:pt idx="2192">150</cx:pt>
          <cx:pt idx="2193">135</cx:pt>
          <cx:pt idx="2194">56</cx:pt>
          <cx:pt idx="2195">100</cx:pt>
          <cx:pt idx="2196">175</cx:pt>
          <cx:pt idx="2197">180</cx:pt>
          <cx:pt idx="2198">120</cx:pt>
          <cx:pt idx="2199">115</cx:pt>
          <cx:pt idx="2200">120</cx:pt>
          <cx:pt idx="2201">119</cx:pt>
          <cx:pt idx="2202">110</cx:pt>
          <cx:pt idx="2203">150</cx:pt>
          <cx:pt idx="2204">100</cx:pt>
          <cx:pt idx="2205">325</cx:pt>
          <cx:pt idx="2206">96</cx:pt>
          <cx:pt idx="2207">320</cx:pt>
          <cx:pt idx="2208">360</cx:pt>
          <cx:pt idx="2209">119</cx:pt>
          <cx:pt idx="2210">100</cx:pt>
          <cx:pt idx="2211">225</cx:pt>
          <cx:pt idx="2212">100</cx:pt>
          <cx:pt idx="2213">120</cx:pt>
          <cx:pt idx="2214">363</cx:pt>
          <cx:pt idx="2215">140</cx:pt>
          <cx:pt idx="2216">80</cx:pt>
          <cx:pt idx="2217">125</cx:pt>
          <cx:pt idx="2218">120</cx:pt>
          <cx:pt idx="2219">116</cx:pt>
          <cx:pt idx="2220">90</cx:pt>
          <cx:pt idx="2221">50</cx:pt>
          <cx:pt idx="2222">55</cx:pt>
          <cx:pt idx="2223">299</cx:pt>
          <cx:pt idx="2224">130</cx:pt>
          <cx:pt idx="2225">96</cx:pt>
          <cx:pt idx="2226">128</cx:pt>
          <cx:pt idx="2227">320</cx:pt>
          <cx:pt idx="2228">113</cx:pt>
          <cx:pt idx="2229">100</cx:pt>
          <cx:pt idx="2230">43</cx:pt>
          <cx:pt idx="2231">120</cx:pt>
          <cx:pt idx="2232">125</cx:pt>
          <cx:pt idx="2233">119</cx:pt>
          <cx:pt idx="2234">104</cx:pt>
          <cx:pt idx="2235">102</cx:pt>
          <cx:pt idx="2236">85</cx:pt>
          <cx:pt idx="2237">300</cx:pt>
          <cx:pt idx="2238">119</cx:pt>
          <cx:pt idx="2239">125</cx:pt>
          <cx:pt idx="2240">90</cx:pt>
          <cx:pt idx="2241">165</cx:pt>
          <cx:pt idx="2242">100</cx:pt>
          <cx:pt idx="2243">50</cx:pt>
          <cx:pt idx="2244">182</cx:pt>
          <cx:pt idx="2245">113</cx:pt>
          <cx:pt idx="2246">149</cx:pt>
          <cx:pt idx="2247">225</cx:pt>
          <cx:pt idx="2248">98</cx:pt>
          <cx:pt idx="2249">225</cx:pt>
          <cx:pt idx="2250">99</cx:pt>
          <cx:pt idx="2251">209</cx:pt>
          <cx:pt idx="2252">90</cx:pt>
          <cx:pt idx="2253">134</cx:pt>
          <cx:pt idx="2254">150</cx:pt>
          <cx:pt idx="2255">104</cx:pt>
          <cx:pt idx="2256">121</cx:pt>
          <cx:pt idx="2257">110</cx:pt>
          <cx:pt idx="2258">60</cx:pt>
          <cx:pt idx="2259">115</cx:pt>
          <cx:pt idx="2260">89</cx:pt>
          <cx:pt idx="2261">175</cx:pt>
          <cx:pt idx="2262">95</cx:pt>
          <cx:pt idx="2263">100</cx:pt>
          <cx:pt idx="2264">250</cx:pt>
          <cx:pt idx="2265">300</cx:pt>
          <cx:pt idx="2266">92</cx:pt>
          <cx:pt idx="2267">110</cx:pt>
          <cx:pt idx="2268">75</cx:pt>
          <cx:pt idx="2269">250</cx:pt>
          <cx:pt idx="2270">200</cx:pt>
          <cx:pt idx="2271">100</cx:pt>
          <cx:pt idx="2272">108</cx:pt>
          <cx:pt idx="2273">195</cx:pt>
          <cx:pt idx="2274">200</cx:pt>
          <cx:pt idx="2275">128</cx:pt>
          <cx:pt idx="2276">150</cx:pt>
          <cx:pt idx="2277">200</cx:pt>
          <cx:pt idx="2278">120</cx:pt>
          <cx:pt idx="2279">200</cx:pt>
          <cx:pt idx="2280">100</cx:pt>
          <cx:pt idx="2281">129</cx:pt>
          <cx:pt idx="2282">149</cx:pt>
          <cx:pt idx="2283">125</cx:pt>
          <cx:pt idx="2284">75</cx:pt>
          <cx:pt idx="2285">113</cx:pt>
          <cx:pt idx="2286">119</cx:pt>
          <cx:pt idx="2287">250</cx:pt>
          <cx:pt idx="2288">360</cx:pt>
          <cx:pt idx="2289">75</cx:pt>
          <cx:pt idx="2290">149</cx:pt>
          <cx:pt idx="2291">225</cx:pt>
          <cx:pt idx="2292">120</cx:pt>
          <cx:pt idx="2293">145</cx:pt>
          <cx:pt idx="2294">170</cx:pt>
          <cx:pt idx="2295">134</cx:pt>
          <cx:pt idx="2296">162</cx:pt>
          <cx:pt idx="2297">90</cx:pt>
          <cx:pt idx="2298">185</cx:pt>
          <cx:pt idx="2299">250</cx:pt>
          <cx:pt idx="2300">109</cx:pt>
          <cx:pt idx="2301">119</cx:pt>
          <cx:pt idx="2302">60</cx:pt>
          <cx:pt idx="2303">163</cx:pt>
          <cx:pt idx="2304">183</cx:pt>
          <cx:pt idx="2305">137</cx:pt>
          <cx:pt idx="2306">79</cx:pt>
          <cx:pt idx="2307">180</cx:pt>
          <cx:pt idx="2308">177</cx:pt>
          <cx:pt idx="2309">100</cx:pt>
          <cx:pt idx="2310">86</cx:pt>
          <cx:pt idx="2311">149</cx:pt>
          <cx:pt idx="2312">200</cx:pt>
          <cx:pt idx="2313">132</cx:pt>
          <cx:pt idx="2314">231</cx:pt>
          <cx:pt idx="2315">185</cx:pt>
          <cx:pt idx="2316">150</cx:pt>
          <cx:pt idx="2317">151</cx:pt>
          <cx:pt idx="2318">75</cx:pt>
          <cx:pt idx="2319">90</cx:pt>
          <cx:pt idx="2320">105</cx:pt>
          <cx:pt idx="2321">60</cx:pt>
          <cx:pt idx="2322">140</cx:pt>
          <cx:pt idx="2323">105</cx:pt>
          <cx:pt idx="2324">119</cx:pt>
          <cx:pt idx="2325">169</cx:pt>
          <cx:pt idx="2326">150</cx:pt>
          <cx:pt idx="2327">120</cx:pt>
          <cx:pt idx="2328">179</cx:pt>
          <cx:pt idx="2329">120</cx:pt>
          <cx:pt idx="2330">82</cx:pt>
          <cx:pt idx="2331">81</cx:pt>
          <cx:pt idx="2332">75</cx:pt>
          <cx:pt idx="2333">138</cx:pt>
          <cx:pt idx="2334">210</cx:pt>
          <cx:pt idx="2335">132</cx:pt>
          <cx:pt idx="2336">300</cx:pt>
          <cx:pt idx="2337">83</cx:pt>
          <cx:pt idx="2338">90</cx:pt>
          <cx:pt idx="2339">49</cx:pt>
          <cx:pt idx="2340">200</cx:pt>
          <cx:pt idx="2341">160</cx:pt>
          <cx:pt idx="2342">128</cx:pt>
          <cx:pt idx="2343">40</cx:pt>
          <cx:pt idx="2344">245</cx:pt>
          <cx:pt idx="2345">150</cx:pt>
          <cx:pt idx="2346">195</cx:pt>
          <cx:pt idx="2347">99</cx:pt>
          <cx:pt idx="2348">103</cx:pt>
          <cx:pt idx="2349">200</cx:pt>
          <cx:pt idx="2350">265</cx:pt>
          <cx:pt idx="2351">75</cx:pt>
          <cx:pt idx="2352">85</cx:pt>
          <cx:pt idx="2353">300</cx:pt>
          <cx:pt idx="2354">130</cx:pt>
          <cx:pt idx="2355">120</cx:pt>
          <cx:pt idx="2356">139</cx:pt>
          <cx:pt idx="2357">230</cx:pt>
          <cx:pt idx="2358">115</cx:pt>
          <cx:pt idx="2359">194</cx:pt>
          <cx:pt idx="2360">90</cx:pt>
          <cx:pt idx="2361">275</cx:pt>
          <cx:pt idx="2362">145</cx:pt>
          <cx:pt idx="2363">175</cx:pt>
          <cx:pt idx="2364">445</cx:pt>
          <cx:pt idx="2365">133</cx:pt>
          <cx:pt idx="2366">145</cx:pt>
          <cx:pt idx="2367">195</cx:pt>
          <cx:pt idx="2368">110</cx:pt>
          <cx:pt idx="2369">104</cx:pt>
          <cx:pt idx="2370">200</cx:pt>
          <cx:pt idx="2371">111</cx:pt>
          <cx:pt idx="2372">400</cx:pt>
          <cx:pt idx="2373">105</cx:pt>
          <cx:pt idx="2374">210</cx:pt>
          <cx:pt idx="2375">225</cx:pt>
          <cx:pt idx="2376">85</cx:pt>
          <cx:pt idx="2377">357</cx:pt>
          <cx:pt idx="2378">95</cx:pt>
          <cx:pt idx="2379">97</cx:pt>
          <cx:pt idx="2380">295</cx:pt>
          <cx:pt idx="2381">266</cx:pt>
          <cx:pt idx="2382">120</cx:pt>
          <cx:pt idx="2383">100</cx:pt>
          <cx:pt idx="2384">160</cx:pt>
          <cx:pt idx="2385">180</cx:pt>
          <cx:pt idx="2386">155</cx:pt>
          <cx:pt idx="2387">110</cx:pt>
          <cx:pt idx="2388">103</cx:pt>
          <cx:pt idx="2389">100</cx:pt>
          <cx:pt idx="2390">50</cx:pt>
          <cx:pt idx="2391">68</cx:pt>
          <cx:pt idx="2392">131</cx:pt>
          <cx:pt idx="2393">125</cx:pt>
          <cx:pt idx="2394">148</cx:pt>
          <cx:pt idx="2395">79</cx:pt>
          <cx:pt idx="2396">100</cx:pt>
          <cx:pt idx="2397">95</cx:pt>
          <cx:pt idx="2398">400</cx:pt>
          <cx:pt idx="2399">85</cx:pt>
          <cx:pt idx="2400">102</cx:pt>
          <cx:pt idx="2401">120</cx:pt>
          <cx:pt idx="2402">210</cx:pt>
          <cx:pt idx="2403">120</cx:pt>
          <cx:pt idx="2404">79</cx:pt>
          <cx:pt idx="2405">140</cx:pt>
          <cx:pt idx="2406">59</cx:pt>
          <cx:pt idx="2407">75</cx:pt>
          <cx:pt idx="2408">60</cx:pt>
          <cx:pt idx="2409">74</cx:pt>
          <cx:pt idx="2410">165</cx:pt>
          <cx:pt idx="2411">390</cx:pt>
          <cx:pt idx="2412">50</cx:pt>
          <cx:pt idx="2413">165</cx:pt>
          <cx:pt idx="2414">169</cx:pt>
          <cx:pt idx="2415">45</cx:pt>
          <cx:pt idx="2416">157</cx:pt>
          <cx:pt idx="2417">130</cx:pt>
          <cx:pt idx="2418">52</cx:pt>
          <cx:pt idx="2419">115</cx:pt>
          <cx:pt idx="2420">92</cx:pt>
          <cx:pt idx="2421">400</cx:pt>
          <cx:pt idx="2422">65</cx:pt>
          <cx:pt idx="2423">175</cx:pt>
          <cx:pt idx="2424">199</cx:pt>
          <cx:pt idx="2425">48</cx:pt>
          <cx:pt idx="2426">75</cx:pt>
          <cx:pt idx="2427">105</cx:pt>
          <cx:pt idx="2428">122</cx:pt>
          <cx:pt idx="2429">175</cx:pt>
          <cx:pt idx="2430">50</cx:pt>
          <cx:pt idx="2431">135</cx:pt>
          <cx:pt idx="2432">200</cx:pt>
          <cx:pt idx="2433">96</cx:pt>
          <cx:pt idx="2434">200</cx:pt>
          <cx:pt idx="2435">140</cx:pt>
          <cx:pt idx="2436">245</cx:pt>
          <cx:pt idx="2437">120</cx:pt>
          <cx:pt idx="2438">161</cx:pt>
          <cx:pt idx="2439">150</cx:pt>
          <cx:pt idx="2440">445</cx:pt>
          <cx:pt idx="2441">106</cx:pt>
          <cx:pt idx="2442">95</cx:pt>
          <cx:pt idx="2443">100</cx:pt>
          <cx:pt idx="2444">115</cx:pt>
          <cx:pt idx="2445">149</cx:pt>
          <cx:pt idx="2446">220</cx:pt>
          <cx:pt idx="2447">85</cx:pt>
          <cx:pt idx="2448">139</cx:pt>
          <cx:pt idx="2449">82</cx:pt>
          <cx:pt idx="2450">120</cx:pt>
          <cx:pt idx="2451">190</cx:pt>
          <cx:pt idx="2452">265</cx:pt>
          <cx:pt idx="2453">175</cx:pt>
          <cx:pt idx="2454">50</cx:pt>
          <cx:pt idx="2455">121</cx:pt>
          <cx:pt idx="2456">250</cx:pt>
          <cx:pt idx="2457">80</cx:pt>
          <cx:pt idx="2458">130</cx:pt>
          <cx:pt idx="2459">175</cx:pt>
          <cx:pt idx="2460">227</cx:pt>
          <cx:pt idx="2461">185</cx:pt>
          <cx:pt idx="2462">165</cx:pt>
          <cx:pt idx="2463">100</cx:pt>
          <cx:pt idx="2464">110</cx:pt>
          <cx:pt idx="2465">135</cx:pt>
          <cx:pt idx="2466">147</cx:pt>
          <cx:pt idx="2467">275</cx:pt>
          <cx:pt idx="2468">74</cx:pt>
          <cx:pt idx="2469">43</cx:pt>
          <cx:pt idx="2470">95</cx:pt>
          <cx:pt idx="2471">146</cx:pt>
          <cx:pt idx="2472">68</cx:pt>
          <cx:pt idx="2473">218</cx:pt>
          <cx:pt idx="2474">115</cx:pt>
          <cx:pt idx="2475">139</cx:pt>
          <cx:pt idx="2476">170</cx:pt>
          <cx:pt idx="2477">86</cx:pt>
          <cx:pt idx="2478">109</cx:pt>
          <cx:pt idx="2479">78</cx:pt>
          <cx:pt idx="2480">129</cx:pt>
          <cx:pt idx="2481">150</cx:pt>
          <cx:pt idx="2482">80</cx:pt>
          <cx:pt idx="2483">170</cx:pt>
          <cx:pt idx="2484">264</cx:pt>
          <cx:pt idx="2485">200</cx:pt>
          <cx:pt idx="2486">100</cx:pt>
          <cx:pt idx="2487">164</cx:pt>
          <cx:pt idx="2488">121</cx:pt>
          <cx:pt idx="2489">170</cx:pt>
          <cx:pt idx="2490">210</cx:pt>
          <cx:pt idx="2491">112</cx:pt>
          <cx:pt idx="2492">200</cx:pt>
          <cx:pt idx="2493">250</cx:pt>
          <cx:pt idx="2494">350</cx:pt>
          <cx:pt idx="2495">295</cx:pt>
          <cx:pt idx="2496">155</cx:pt>
          <cx:pt idx="2497">185</cx:pt>
          <cx:pt idx="2498">135</cx:pt>
          <cx:pt idx="2499">83</cx:pt>
          <cx:pt idx="2500">70</cx:pt>
          <cx:pt idx="2501">150</cx:pt>
          <cx:pt idx="2502">132</cx:pt>
          <cx:pt idx="2503">225</cx:pt>
          <cx:pt idx="2504">4</cx:pt>
          <cx:pt idx="2505">135</cx:pt>
          <cx:pt idx="2506">149</cx:pt>
          <cx:pt idx="2507">64</cx:pt>
          <cx:pt idx="2508">125</cx:pt>
          <cx:pt idx="2509">249</cx:pt>
          <cx:pt idx="2510">140</cx:pt>
          <cx:pt idx="2511">95</cx:pt>
          <cx:pt idx="2512">166</cx:pt>
          <cx:pt idx="2513">90</cx:pt>
          <cx:pt idx="2514">164</cx:pt>
          <cx:pt idx="2515">120</cx:pt>
          <cx:pt idx="2516">107</cx:pt>
          <cx:pt idx="2517">110</cx:pt>
          <cx:pt idx="2518">95</cx:pt>
          <cx:pt idx="2519">340</cx:pt>
          <cx:pt idx="2520">300</cx:pt>
          <cx:pt idx="2521">110</cx:pt>
          <cx:pt idx="2522">90</cx:pt>
          <cx:pt idx="2523">179</cx:pt>
          <cx:pt idx="2524">90</cx:pt>
          <cx:pt idx="2525">57</cx:pt>
          <cx:pt idx="2526">65</cx:pt>
          <cx:pt idx="2527">106</cx:pt>
          <cx:pt idx="2528">279</cx:pt>
          <cx:pt idx="2529">147</cx:pt>
          <cx:pt idx="2530">180</cx:pt>
          <cx:pt idx="2531">135</cx:pt>
          <cx:pt idx="2532">129</cx:pt>
          <cx:pt idx="2533">175</cx:pt>
          <cx:pt idx="2534">265</cx:pt>
          <cx:pt idx="2535">245</cx:pt>
          <cx:pt idx="2536">135</cx:pt>
          <cx:pt idx="2537">82</cx:pt>
          <cx:pt idx="2538">89</cx:pt>
          <cx:pt idx="2539">140</cx:pt>
          <cx:pt idx="2540">71</cx:pt>
          <cx:pt idx="2541">200</cx:pt>
          <cx:pt idx="2542">280</cx:pt>
          <cx:pt idx="2543">119</cx:pt>
          <cx:pt idx="2544">210</cx:pt>
          <cx:pt idx="2545">86</cx:pt>
          <cx:pt idx="2546">325</cx:pt>
          <cx:pt idx="2547">190</cx:pt>
          <cx:pt idx="2548">106</cx:pt>
          <cx:pt idx="2549">110</cx:pt>
          <cx:pt idx="2550">103</cx:pt>
          <cx:pt idx="2551">100</cx:pt>
          <cx:pt idx="2552">500</cx:pt>
          <cx:pt idx="2553">165</cx:pt>
          <cx:pt idx="2554">110</cx:pt>
          <cx:pt idx="2555">210</cx:pt>
          <cx:pt idx="2556">499</cx:pt>
          <cx:pt idx="2557">119</cx:pt>
          <cx:pt idx="2558">90</cx:pt>
          <cx:pt idx="2559">120</cx:pt>
          <cx:pt idx="2560">91</cx:pt>
          <cx:pt idx="2561">120</cx:pt>
          <cx:pt idx="2562">132</cx:pt>
          <cx:pt idx="2563">240</cx:pt>
          <cx:pt idx="2564">350</cx:pt>
          <cx:pt idx="2565">279</cx:pt>
          <cx:pt idx="2566">157</cx:pt>
          <cx:pt idx="2567">99</cx:pt>
          <cx:pt idx="2568">120</cx:pt>
          <cx:pt idx="2569">175</cx:pt>
          <cx:pt idx="2570">321</cx:pt>
          <cx:pt idx="2571">85</cx:pt>
          <cx:pt idx="2572">250</cx:pt>
          <cx:pt idx="2573">132</cx:pt>
          <cx:pt idx="2574">80</cx:pt>
          <cx:pt idx="2575">79</cx:pt>
          <cx:pt idx="2576">105</cx:pt>
          <cx:pt idx="2577">70</cx:pt>
          <cx:pt idx="2578">110</cx:pt>
          <cx:pt idx="2579">129</cx:pt>
          <cx:pt idx="2580">86</cx:pt>
          <cx:pt idx="2581">250</cx:pt>
          <cx:pt idx="2582">176</cx:pt>
          <cx:pt idx="2583">129</cx:pt>
          <cx:pt idx="2584">450</cx:pt>
          <cx:pt idx="2585">135</cx:pt>
          <cx:pt idx="2586">125</cx:pt>
          <cx:pt idx="2587">161</cx:pt>
          <cx:pt idx="2588">145</cx:pt>
          <cx:pt idx="2589">115</cx:pt>
          <cx:pt idx="2590">250</cx:pt>
          <cx:pt idx="2591">132</cx:pt>
          <cx:pt idx="2592">109</cx:pt>
          <cx:pt idx="2593">120</cx:pt>
          <cx:pt idx="2594">79</cx:pt>
          <cx:pt idx="2595">160</cx:pt>
          <cx:pt idx="2596">123</cx:pt>
          <cx:pt idx="2597">100</cx:pt>
          <cx:pt idx="2598">150</cx:pt>
          <cx:pt idx="2599">100</cx:pt>
          <cx:pt idx="2600">180</cx:pt>
          <cx:pt idx="2601">85</cx:pt>
          <cx:pt idx="2602">60</cx:pt>
          <cx:pt idx="2603">500</cx:pt>
          <cx:pt idx="2604">99</cx:pt>
          <cx:pt idx="2605">140</cx:pt>
          <cx:pt idx="2606">95</cx:pt>
          <cx:pt idx="2607">300</cx:pt>
          <cx:pt idx="2608">150</cx:pt>
          <cx:pt idx="2609">174</cx:pt>
          <cx:pt idx="2610">75</cx:pt>
          <cx:pt idx="2611">95</cx:pt>
          <cx:pt idx="2612">110</cx:pt>
          <cx:pt idx="2613">170</cx:pt>
          <cx:pt idx="2614">69</cx:pt>
          <cx:pt idx="2615">180</cx:pt>
          <cx:pt idx="2616">190</cx:pt>
          <cx:pt idx="2617">116</cx:pt>
          <cx:pt idx="2618">225</cx:pt>
          <cx:pt idx="2619">120</cx:pt>
          <cx:pt idx="2620">149</cx:pt>
          <cx:pt idx="2621">220</cx:pt>
          <cx:pt idx="2622">169</cx:pt>
          <cx:pt idx="2623">75</cx:pt>
          <cx:pt idx="2624">210</cx:pt>
          <cx:pt idx="2625">115</cx:pt>
          <cx:pt idx="2626">104</cx:pt>
          <cx:pt idx="2627">150</cx:pt>
          <cx:pt idx="2628">73</cx:pt>
          <cx:pt idx="2629">79</cx:pt>
          <cx:pt idx="2630">110</cx:pt>
          <cx:pt idx="2631">152</cx:pt>
          <cx:pt idx="2632">100</cx:pt>
          <cx:pt idx="2633">78</cx:pt>
          <cx:pt idx="2634">90</cx:pt>
          <cx:pt idx="2635">333</cx:pt>
          <cx:pt idx="2636">175</cx:pt>
          <cx:pt idx="2637">150</cx:pt>
          <cx:pt idx="2638">278</cx:pt>
          <cx:pt idx="2639">249</cx:pt>
          <cx:pt idx="2640">89</cx:pt>
          <cx:pt idx="2641">150</cx:pt>
          <cx:pt idx="2642">189</cx:pt>
          <cx:pt idx="2643">170</cx:pt>
          <cx:pt idx="2644">91</cx:pt>
          <cx:pt idx="2645">99</cx:pt>
          <cx:pt idx="2646">165</cx:pt>
          <cx:pt idx="2647">190</cx:pt>
          <cx:pt idx="2648">175</cx:pt>
          <cx:pt idx="2649">100</cx:pt>
          <cx:pt idx="2650">110</cx:pt>
          <cx:pt idx="2651">105</cx:pt>
          <cx:pt idx="2652">110</cx:pt>
          <cx:pt idx="2653">229</cx:pt>
          <cx:pt idx="2654">164</cx:pt>
          <cx:pt idx="2655">250</cx:pt>
          <cx:pt idx="2656">159</cx:pt>
          <cx:pt idx="2657">48</cx:pt>
          <cx:pt idx="2658">120</cx:pt>
          <cx:pt idx="2659">111</cx:pt>
          <cx:pt idx="2660">150</cx:pt>
          <cx:pt idx="2661">110</cx:pt>
          <cx:pt idx="2662">50</cx:pt>
          <cx:pt idx="2663">169</cx:pt>
          <cx:pt idx="2664">150</cx:pt>
          <cx:pt idx="2665">50</cx:pt>
          <cx:pt idx="2666">250</cx:pt>
          <cx:pt idx="2667">70</cx:pt>
          <cx:pt idx="2668">120</cx:pt>
          <cx:pt idx="2669">120</cx:pt>
          <cx:pt idx="2670">74</cx:pt>
          <cx:pt idx="2671">179</cx:pt>
          <cx:pt idx="2672">110</cx:pt>
          <cx:pt idx="2673">250</cx:pt>
          <cx:pt idx="2674">95</cx:pt>
          <cx:pt idx="2675">195</cx:pt>
          <cx:pt idx="2676">110</cx:pt>
          <cx:pt idx="2677">150</cx:pt>
          <cx:pt idx="2678">100</cx:pt>
          <cx:pt idx="2679">225</cx:pt>
          <cx:pt idx="2680">140</cx:pt>
          <cx:pt idx="2681">140</cx:pt>
          <cx:pt idx="2682">85</cx:pt>
          <cx:pt idx="2683">190</cx:pt>
          <cx:pt idx="2684">139</cx:pt>
          <cx:pt idx="2685">62</cx:pt>
          <cx:pt idx="2686">225</cx:pt>
          <cx:pt idx="2687">100</cx:pt>
          <cx:pt idx="2688">115</cx:pt>
          <cx:pt idx="2689">71</cx:pt>
          <cx:pt idx="2690">79</cx:pt>
          <cx:pt idx="2691">97</cx:pt>
          <cx:pt idx="2692">99</cx:pt>
          <cx:pt idx="2693">134</cx:pt>
          <cx:pt idx="2694">65</cx:pt>
          <cx:pt idx="2695">122</cx:pt>
          <cx:pt idx="2696">135</cx:pt>
          <cx:pt idx="2697">90</cx:pt>
          <cx:pt idx="2698">75</cx:pt>
          <cx:pt idx="2699">100</cx:pt>
          <cx:pt idx="2700">75</cx:pt>
          <cx:pt idx="2701">79</cx:pt>
          <cx:pt idx="2702">125</cx:pt>
          <cx:pt idx="2703">65</cx:pt>
          <cx:pt idx="2704">100</cx:pt>
          <cx:pt idx="2705">90</cx:pt>
          <cx:pt idx="2706">88</cx:pt>
          <cx:pt idx="2707">159</cx:pt>
          <cx:pt idx="2708">133</cx:pt>
          <cx:pt idx="2709">125</cx:pt>
          <cx:pt idx="2710">125</cx:pt>
          <cx:pt idx="2711">284</cx:pt>
          <cx:pt idx="2712">150</cx:pt>
          <cx:pt idx="2713">100</cx:pt>
          <cx:pt idx="2714">48</cx:pt>
          <cx:pt idx="2715">99</cx:pt>
          <cx:pt idx="2716">82</cx:pt>
          <cx:pt idx="2717">60</cx:pt>
          <cx:pt idx="2718">160</cx:pt>
          <cx:pt idx="2719">125</cx:pt>
          <cx:pt idx="2720">80</cx:pt>
          <cx:pt idx="2721">240</cx:pt>
          <cx:pt idx="2722">150</cx:pt>
          <cx:pt idx="2723">250</cx:pt>
          <cx:pt idx="2724">179</cx:pt>
          <cx:pt idx="2725">65</cx:pt>
          <cx:pt idx="2726">190</cx:pt>
          <cx:pt idx="2727">80</cx:pt>
          <cx:pt idx="2728">100</cx:pt>
          <cx:pt idx="2729">80</cx:pt>
          <cx:pt idx="2730">54</cx:pt>
          <cx:pt idx="2731">69</cx:pt>
          <cx:pt idx="2732">136</cx:pt>
          <cx:pt idx="2733">175</cx:pt>
          <cx:pt idx="2734">255</cx:pt>
          <cx:pt idx="2735">138</cx:pt>
          <cx:pt idx="2736">83</cx:pt>
          <cx:pt idx="2737">149</cx:pt>
          <cx:pt idx="2738">300</cx:pt>
          <cx:pt idx="2739">189</cx:pt>
          <cx:pt idx="2740">160</cx:pt>
          <cx:pt idx="2741">86</cx:pt>
          <cx:pt idx="2742">120</cx:pt>
          <cx:pt idx="2743">92</cx:pt>
          <cx:pt idx="2744">70</cx:pt>
          <cx:pt idx="2745">100</cx:pt>
          <cx:pt idx="2746">166</cx:pt>
          <cx:pt idx="2747">129</cx:pt>
          <cx:pt idx="2748">125</cx:pt>
          <cx:pt idx="2749">139</cx:pt>
          <cx:pt idx="2750">120</cx:pt>
          <cx:pt idx="2751">210</cx:pt>
          <cx:pt idx="2752">115</cx:pt>
          <cx:pt idx="2753">99</cx:pt>
          <cx:pt idx="2754">50</cx:pt>
          <cx:pt idx="2755">155</cx:pt>
          <cx:pt idx="2756">231</cx:pt>
          <cx:pt idx="2757">300</cx:pt>
          <cx:pt idx="2758">198</cx:pt>
          <cx:pt idx="2759">45</cx:pt>
          <cx:pt idx="2760">225</cx:pt>
          <cx:pt idx="2761">200</cx:pt>
          <cx:pt idx="2762">90</cx:pt>
          <cx:pt idx="2763">84</cx:pt>
          <cx:pt idx="2764">95</cx:pt>
          <cx:pt idx="2765">250</cx:pt>
          <cx:pt idx="2766">175</cx:pt>
          <cx:pt idx="2767">130</cx:pt>
          <cx:pt idx="2768">155</cx:pt>
          <cx:pt idx="2769">89</cx:pt>
          <cx:pt idx="2770">175</cx:pt>
          <cx:pt idx="2771">134</cx:pt>
          <cx:pt idx="2772">195</cx:pt>
          <cx:pt idx="2773">89</cx:pt>
          <cx:pt idx="2774">200</cx:pt>
          <cx:pt idx="2775">100</cx:pt>
          <cx:pt idx="2776">125</cx:pt>
          <cx:pt idx="2777">125</cx:pt>
          <cx:pt idx="2778">124</cx:pt>
          <cx:pt idx="2779">80</cx:pt>
          <cx:pt idx="2780">46</cx:pt>
          <cx:pt idx="2781">194</cx:pt>
          <cx:pt idx="2782">80</cx:pt>
          <cx:pt idx="2783">120</cx:pt>
          <cx:pt idx="2784">206</cx:pt>
          <cx:pt idx="2785">135</cx:pt>
          <cx:pt idx="2786">289</cx:pt>
          <cx:pt idx="2787">80</cx:pt>
          <cx:pt idx="2788">95</cx:pt>
          <cx:pt idx="2789">55</cx:pt>
          <cx:pt idx="2790">120</cx:pt>
          <cx:pt idx="2791">300</cx:pt>
          <cx:pt idx="2792">58</cx:pt>
          <cx:pt idx="2793">150</cx:pt>
          <cx:pt idx="2794">70</cx:pt>
          <cx:pt idx="2795">135</cx:pt>
          <cx:pt idx="2796">125</cx:pt>
          <cx:pt idx="2797">100</cx:pt>
          <cx:pt idx="2798">250</cx:pt>
          <cx:pt idx="2799">100</cx:pt>
          <cx:pt idx="2800">144</cx:pt>
          <cx:pt idx="2801">150</cx:pt>
          <cx:pt idx="2802">80</cx:pt>
          <cx:pt idx="2803">125</cx:pt>
          <cx:pt idx="2804">335</cx:pt>
          <cx:pt idx="2805">93</cx:pt>
          <cx:pt idx="2806">129</cx:pt>
          <cx:pt idx="2807">85</cx:pt>
          <cx:pt idx="2808">27</cx:pt>
          <cx:pt idx="2809">94</cx:pt>
          <cx:pt idx="2810">264</cx:pt>
          <cx:pt idx="2811">74</cx:pt>
          <cx:pt idx="2812">110</cx:pt>
          <cx:pt idx="2813">98</cx:pt>
          <cx:pt idx="2814">123</cx:pt>
          <cx:pt idx="2815">165</cx:pt>
          <cx:pt idx="2816">80</cx:pt>
          <cx:pt idx="2817">151</cx:pt>
          <cx:pt idx="2818">79</cx:pt>
          <cx:pt idx="2819">84</cx:pt>
          <cx:pt idx="2820">89</cx:pt>
          <cx:pt idx="2821">140</cx:pt>
          <cx:pt idx="2822">495</cx:pt>
          <cx:pt idx="2823">95</cx:pt>
          <cx:pt idx="2824">99</cx:pt>
          <cx:pt idx="2825">196</cx:pt>
          <cx:pt idx="2826">96</cx:pt>
          <cx:pt idx="2827">165</cx:pt>
          <cx:pt idx="2828">130</cx:pt>
          <cx:pt idx="2829">75</cx:pt>
          <cx:pt idx="2830">106</cx:pt>
          <cx:pt idx="2831">165</cx:pt>
          <cx:pt idx="2832">100</cx:pt>
          <cx:pt idx="2833">175</cx:pt>
          <cx:pt idx="2834">182</cx:pt>
          <cx:pt idx="2835">102</cx:pt>
          <cx:pt idx="2836">125</cx:pt>
          <cx:pt idx="2837">200</cx:pt>
          <cx:pt idx="2838">90</cx:pt>
          <cx:pt idx="2839">125</cx:pt>
          <cx:pt idx="2840">110</cx:pt>
          <cx:pt idx="2841">125</cx:pt>
          <cx:pt idx="2842">140</cx:pt>
          <cx:pt idx="2843">115</cx:pt>
          <cx:pt idx="2844">125</cx:pt>
          <cx:pt idx="2845">71</cx:pt>
          <cx:pt idx="2846">200</cx:pt>
          <cx:pt idx="2847">95</cx:pt>
          <cx:pt idx="2848">75</cx:pt>
          <cx:pt idx="2849">72</cx:pt>
          <cx:pt idx="2850">114</cx:pt>
          <cx:pt idx="2851">200</cx:pt>
          <cx:pt idx="2852">180</cx:pt>
          <cx:pt idx="2853">130</cx:pt>
          <cx:pt idx="2854">150</cx:pt>
          <cx:pt idx="2855">165</cx:pt>
          <cx:pt idx="2856">110</cx:pt>
          <cx:pt idx="2857">127</cx:pt>
          <cx:pt idx="2858">220</cx:pt>
          <cx:pt idx="2859">98</cx:pt>
          <cx:pt idx="2860">169</cx:pt>
          <cx:pt idx="2861">69</cx:pt>
          <cx:pt idx="2862">85</cx:pt>
          <cx:pt idx="2863">249</cx:pt>
          <cx:pt idx="2864">160</cx:pt>
          <cx:pt idx="2865">80</cx:pt>
          <cx:pt idx="2866">65</cx:pt>
          <cx:pt idx="2867">75</cx:pt>
          <cx:pt idx="2868">123</cx:pt>
          <cx:pt idx="2869">180</cx:pt>
          <cx:pt idx="2870">200</cx:pt>
          <cx:pt idx="2871">120</cx:pt>
          <cx:pt idx="2872">150</cx:pt>
          <cx:pt idx="2873">149</cx:pt>
          <cx:pt idx="2874">70</cx:pt>
          <cx:pt idx="2875">200</cx:pt>
          <cx:pt idx="2876">190</cx:pt>
          <cx:pt idx="2877">90</cx:pt>
          <cx:pt idx="2878">91</cx:pt>
          <cx:pt idx="2879">160</cx:pt>
          <cx:pt idx="2880">110</cx:pt>
          <cx:pt idx="2881">120</cx:pt>
          <cx:pt idx="2882">99</cx:pt>
          <cx:pt idx="2883">40</cx:pt>
          <cx:pt idx="2884">110</cx:pt>
          <cx:pt idx="2885">100</cx:pt>
          <cx:pt idx="2886">99</cx:pt>
          <cx:pt idx="2887">160</cx:pt>
          <cx:pt idx="2888">250</cx:pt>
          <cx:pt idx="2889">120</cx:pt>
          <cx:pt idx="2890">125</cx:pt>
          <cx:pt idx="2891">160</cx:pt>
          <cx:pt idx="2892">91</cx:pt>
          <cx:pt idx="2893">282</cx:pt>
          <cx:pt idx="2894">110</cx:pt>
          <cx:pt idx="2895">110</cx:pt>
          <cx:pt idx="2896">114</cx:pt>
          <cx:pt idx="2897">360</cx:pt>
          <cx:pt idx="2898">125</cx:pt>
          <cx:pt idx="2899">60</cx:pt>
          <cx:pt idx="2900">99</cx:pt>
          <cx:pt idx="2901">160</cx:pt>
          <cx:pt idx="2902">75</cx:pt>
          <cx:pt idx="2903">314</cx:pt>
          <cx:pt idx="2904">101</cx:pt>
          <cx:pt idx="2905">64</cx:pt>
          <cx:pt idx="2906">220</cx:pt>
          <cx:pt idx="2907">109</cx:pt>
          <cx:pt idx="2908">60</cx:pt>
          <cx:pt idx="2909">283</cx:pt>
          <cx:pt idx="2910">120</cx:pt>
          <cx:pt idx="2911">351</cx:pt>
          <cx:pt idx="2912">109</cx:pt>
          <cx:pt idx="2913">145</cx:pt>
          <cx:pt idx="2914">75</cx:pt>
          <cx:pt idx="2915">100</cx:pt>
          <cx:pt idx="2916">85</cx:pt>
          <cx:pt idx="2917">102</cx:pt>
          <cx:pt idx="2918">150</cx:pt>
          <cx:pt idx="2919">199</cx:pt>
          <cx:pt idx="2920">140</cx:pt>
          <cx:pt idx="2921">75</cx:pt>
          <cx:pt idx="2922">159</cx:pt>
          <cx:pt idx="2923">145</cx:pt>
          <cx:pt idx="2924">120</cx:pt>
          <cx:pt idx="2925">80</cx:pt>
          <cx:pt idx="2926">229</cx:pt>
          <cx:pt idx="2927">90</cx:pt>
          <cx:pt idx="2928">150</cx:pt>
          <cx:pt idx="2929">150</cx:pt>
          <cx:pt idx="2930">170</cx:pt>
          <cx:pt idx="2931">80</cx:pt>
          <cx:pt idx="2932">75</cx:pt>
          <cx:pt idx="2933">65</cx:pt>
          <cx:pt idx="2934">450</cx:pt>
          <cx:pt idx="2935">66</cx:pt>
          <cx:pt idx="2936">70</cx:pt>
          <cx:pt idx="2937">175</cx:pt>
          <cx:pt idx="2938">198</cx:pt>
          <cx:pt idx="2939">120</cx:pt>
          <cx:pt idx="2940">69</cx:pt>
          <cx:pt idx="2941">125</cx:pt>
          <cx:pt idx="2942">115</cx:pt>
          <cx:pt idx="2943">196</cx:pt>
          <cx:pt idx="2944">150</cx:pt>
          <cx:pt idx="2945">120</cx:pt>
          <cx:pt idx="2946">50</cx:pt>
          <cx:pt idx="2947">140</cx:pt>
          <cx:pt idx="2948">120</cx:pt>
          <cx:pt idx="2949">120</cx:pt>
          <cx:pt idx="2950">176</cx:pt>
          <cx:pt idx="2951">28</cx:pt>
          <cx:pt idx="2952">128</cx:pt>
          <cx:pt idx="2953">78</cx:pt>
          <cx:pt idx="2954">180</cx:pt>
          <cx:pt idx="2955">120</cx:pt>
          <cx:pt idx="2956">80</cx:pt>
          <cx:pt idx="2957">250</cx:pt>
          <cx:pt idx="2958">119</cx:pt>
          <cx:pt idx="2959">90</cx:pt>
          <cx:pt idx="2960">170</cx:pt>
          <cx:pt idx="2961">314</cx:pt>
          <cx:pt idx="2962">121</cx:pt>
          <cx:pt idx="2963">125</cx:pt>
          <cx:pt idx="2964">95</cx:pt>
          <cx:pt idx="2965">84</cx:pt>
          <cx:pt idx="2966">90</cx:pt>
          <cx:pt idx="2967">100</cx:pt>
          <cx:pt idx="2968">159</cx:pt>
          <cx:pt idx="2969">100</cx:pt>
          <cx:pt idx="2970">90</cx:pt>
          <cx:pt idx="2971">130</cx:pt>
          <cx:pt idx="2972">85</cx:pt>
          <cx:pt idx="2973">110</cx:pt>
          <cx:pt idx="2974">62</cx:pt>
          <cx:pt idx="2975">250</cx:pt>
          <cx:pt idx="2976">73</cx:pt>
          <cx:pt idx="2977">300</cx:pt>
          <cx:pt idx="2978">91</cx:pt>
          <cx:pt idx="2979">150</cx:pt>
          <cx:pt idx="2980">121</cx:pt>
          <cx:pt idx="2981">175</cx:pt>
          <cx:pt idx="2982">200</cx:pt>
          <cx:pt idx="2983">100</cx:pt>
          <cx:pt idx="2984">200</cx:pt>
          <cx:pt idx="2985">110</cx:pt>
          <cx:pt idx="2986">65</cx:pt>
          <cx:pt idx="2987">139</cx:pt>
          <cx:pt idx="2988">120</cx:pt>
          <cx:pt idx="2989">200</cx:pt>
          <cx:pt idx="2990">90</cx:pt>
          <cx:pt idx="2991">100</cx:pt>
          <cx:pt idx="2992">105</cx:pt>
          <cx:pt idx="2993">110</cx:pt>
          <cx:pt idx="2994">264</cx:pt>
          <cx:pt idx="2995">119</cx:pt>
          <cx:pt idx="2996">115</cx:pt>
          <cx:pt idx="2997">75</cx:pt>
          <cx:pt idx="2998">100</cx:pt>
          <cx:pt idx="2999">89</cx:pt>
          <cx:pt idx="3000">59</cx:pt>
          <cx:pt idx="3001">80</cx:pt>
          <cx:pt idx="3002">289</cx:pt>
          <cx:pt idx="3003">180</cx:pt>
          <cx:pt idx="3004">464</cx:pt>
          <cx:pt idx="3005">125</cx:pt>
          <cx:pt idx="3006">68</cx:pt>
          <cx:pt idx="3007">85</cx:pt>
          <cx:pt idx="3008">275</cx:pt>
          <cx:pt idx="3009">150</cx:pt>
          <cx:pt idx="3010">140</cx:pt>
          <cx:pt idx="3011">150</cx:pt>
          <cx:pt idx="3012">120</cx:pt>
          <cx:pt idx="3013">399</cx:pt>
          <cx:pt idx="3014">145</cx:pt>
          <cx:pt idx="3015">125</cx:pt>
          <cx:pt idx="3016">180</cx:pt>
          <cx:pt idx="3017">200</cx:pt>
          <cx:pt idx="3018">90</cx:pt>
          <cx:pt idx="3019">100</cx:pt>
          <cx:pt idx="3020">164</cx:pt>
          <cx:pt idx="3021">443</cx:pt>
          <cx:pt idx="3022">84</cx:pt>
          <cx:pt idx="3023">171</cx:pt>
          <cx:pt idx="3024">164</cx:pt>
          <cx:pt idx="3025">130</cx:pt>
          <cx:pt idx="3026">135</cx:pt>
          <cx:pt idx="3027">98</cx:pt>
          <cx:pt idx="3028">90</cx:pt>
          <cx:pt idx="3029">135</cx:pt>
          <cx:pt idx="3030">280</cx:pt>
          <cx:pt idx="3031">100</cx:pt>
          <cx:pt idx="3032">170</cx:pt>
          <cx:pt idx="3033">140</cx:pt>
          <cx:pt idx="3034">130</cx:pt>
          <cx:pt idx="3035">119</cx:pt>
          <cx:pt idx="3036">200</cx:pt>
          <cx:pt idx="3037">125</cx:pt>
          <cx:pt idx="3038">210</cx:pt>
          <cx:pt idx="3039">145</cx:pt>
          <cx:pt idx="3040">200</cx:pt>
          <cx:pt idx="3041">131</cx:pt>
          <cx:pt idx="3042">144</cx:pt>
          <cx:pt idx="3043">155</cx:pt>
          <cx:pt idx="3044">99</cx:pt>
          <cx:pt idx="3045">497</cx:pt>
          <cx:pt idx="3046">85</cx:pt>
          <cx:pt idx="3047">97</cx:pt>
          <cx:pt idx="3048">99</cx:pt>
          <cx:pt idx="3049">58</cx:pt>
          <cx:pt idx="3050">125</cx:pt>
          <cx:pt idx="3051">339</cx:pt>
          <cx:pt idx="3052">100</cx:pt>
          <cx:pt idx="3053">70</cx:pt>
          <cx:pt idx="3054">160</cx:pt>
          <cx:pt idx="3055">160</cx:pt>
          <cx:pt idx="3056">68</cx:pt>
          <cx:pt idx="3057">116</cx:pt>
          <cx:pt idx="3058">85</cx:pt>
          <cx:pt idx="3059">106</cx:pt>
          <cx:pt idx="3060">120</cx:pt>
          <cx:pt idx="3061">195</cx:pt>
          <cx:pt idx="3062">179</cx:pt>
          <cx:pt idx="3063">175</cx:pt>
          <cx:pt idx="3064">249</cx:pt>
          <cx:pt idx="3065">145</cx:pt>
          <cx:pt idx="3066">150</cx:pt>
          <cx:pt idx="3067">135</cx:pt>
          <cx:pt idx="3068">63</cx:pt>
          <cx:pt idx="3069">125</cx:pt>
          <cx:pt idx="3070">228</cx:pt>
          <cx:pt idx="3071">100</cx:pt>
          <cx:pt idx="3072">299</cx:pt>
          <cx:pt idx="3073">200</cx:pt>
          <cx:pt idx="3074">160</cx:pt>
          <cx:pt idx="3075">110</cx:pt>
          <cx:pt idx="3076">121</cx:pt>
          <cx:pt idx="3077">175</cx:pt>
          <cx:pt idx="3078">120</cx:pt>
          <cx:pt idx="3079">129</cx:pt>
          <cx:pt idx="3080">140</cx:pt>
          <cx:pt idx="3081">101</cx:pt>
          <cx:pt idx="3082">180</cx:pt>
          <cx:pt idx="3083">89</cx:pt>
          <cx:pt idx="3084">70</cx:pt>
          <cx:pt idx="3085">120</cx:pt>
          <cx:pt idx="3086">149</cx:pt>
          <cx:pt idx="3087">120</cx:pt>
          <cx:pt idx="3088">210</cx:pt>
          <cx:pt idx="3089">90</cx:pt>
          <cx:pt idx="3090">140</cx:pt>
          <cx:pt idx="3091">150</cx:pt>
          <cx:pt idx="3092">95</cx:pt>
          <cx:pt idx="3093">109</cx:pt>
          <cx:pt idx="3094">135</cx:pt>
          <cx:pt idx="3095">75</cx:pt>
          <cx:pt idx="3096">50</cx:pt>
          <cx:pt idx="3097">109</cx:pt>
          <cx:pt idx="3098">100</cx:pt>
          <cx:pt idx="3099">120</cx:pt>
          <cx:pt idx="3100">74</cx:pt>
          <cx:pt idx="3101">100</cx:pt>
          <cx:pt idx="3102">250</cx:pt>
          <cx:pt idx="3103">130</cx:pt>
          <cx:pt idx="3104">121</cx:pt>
          <cx:pt idx="3105">154</cx:pt>
          <cx:pt idx="3106">250</cx:pt>
          <cx:pt idx="3107">95</cx:pt>
          <cx:pt idx="3108">325</cx:pt>
          <cx:pt idx="3109">90</cx:pt>
          <cx:pt idx="3110">125</cx:pt>
          <cx:pt idx="3111">220</cx:pt>
          <cx:pt idx="3112">186</cx:pt>
          <cx:pt idx="3113">240</cx:pt>
          <cx:pt idx="3114">79</cx:pt>
          <cx:pt idx="3115">75</cx:pt>
          <cx:pt idx="3116">139</cx:pt>
          <cx:pt idx="3117">139</cx:pt>
          <cx:pt idx="3118">169</cx:pt>
          <cx:pt idx="3119">120</cx:pt>
          <cx:pt idx="3120">125</cx:pt>
          <cx:pt idx="3121">69</cx:pt>
          <cx:pt idx="3122">90</cx:pt>
          <cx:pt idx="3123">157</cx:pt>
          <cx:pt idx="3124">100</cx:pt>
          <cx:pt idx="3125">125</cx:pt>
          <cx:pt idx="3126">125</cx:pt>
          <cx:pt idx="3127">100</cx:pt>
          <cx:pt idx="3128">75</cx:pt>
          <cx:pt idx="3129">106</cx:pt>
          <cx:pt idx="3130">353</cx:pt>
          <cx:pt idx="3131">350</cx:pt>
          <cx:pt idx="3132">139</cx:pt>
          <cx:pt idx="3133">95</cx:pt>
          <cx:pt idx="3134">60</cx:pt>
          <cx:pt idx="3135">240</cx:pt>
          <cx:pt idx="3136">85</cx:pt>
          <cx:pt idx="3137">129</cx:pt>
          <cx:pt idx="3138">95</cx:pt>
          <cx:pt idx="3139">90</cx:pt>
          <cx:pt idx="3140">249</cx:pt>
          <cx:pt idx="3141">121</cx:pt>
          <cx:pt idx="3142">200</cx:pt>
          <cx:pt idx="3143">120</cx:pt>
          <cx:pt idx="3144">90</cx:pt>
          <cx:pt idx="3145">116</cx:pt>
          <cx:pt idx="3146">135</cx:pt>
          <cx:pt idx="3147">190</cx:pt>
          <cx:pt idx="3148">110</cx:pt>
          <cx:pt idx="3149">261</cx:pt>
          <cx:pt idx="3150">140</cx:pt>
          <cx:pt idx="3151">85</cx:pt>
          <cx:pt idx="3152">65</cx:pt>
          <cx:pt idx="3153">105</cx:pt>
          <cx:pt idx="3154">120</cx:pt>
          <cx:pt idx="3155">375</cx:pt>
          <cx:pt idx="3156">100</cx:pt>
          <cx:pt idx="3157">179</cx:pt>
          <cx:pt idx="3158">110</cx:pt>
          <cx:pt idx="3159">169</cx:pt>
          <cx:pt idx="3160">95</cx:pt>
          <cx:pt idx="3161">86</cx:pt>
          <cx:pt idx="3162">149</cx:pt>
          <cx:pt idx="3163">109</cx:pt>
          <cx:pt idx="3164">62</cx:pt>
          <cx:pt idx="3165">279</cx:pt>
          <cx:pt idx="3166">150</cx:pt>
          <cx:pt idx="3167">266</cx:pt>
          <cx:pt idx="3168">130</cx:pt>
          <cx:pt idx="3169">99</cx:pt>
          <cx:pt idx="3170">240</cx:pt>
          <cx:pt idx="3171">75</cx:pt>
          <cx:pt idx="3172">100</cx:pt>
          <cx:pt idx="3173">68</cx:pt>
          <cx:pt idx="3174">290</cx:pt>
          <cx:pt idx="3175">171</cx:pt>
          <cx:pt idx="3176">299</cx:pt>
          <cx:pt idx="3177">160</cx:pt>
          <cx:pt idx="3178">120</cx:pt>
          <cx:pt idx="3179">250</cx:pt>
          <cx:pt idx="3180">39</cx:pt>
          <cx:pt idx="3181">40</cx:pt>
          <cx:pt idx="3182">165</cx:pt>
          <cx:pt idx="3183">164</cx:pt>
          <cx:pt idx="3184">124</cx:pt>
          <cx:pt idx="3185">210</cx:pt>
          <cx:pt idx="3186">220</cx:pt>
          <cx:pt idx="3187">140</cx:pt>
          <cx:pt idx="3188">218</cx:pt>
          <cx:pt idx="3189">230</cx:pt>
          <cx:pt idx="3190">110</cx:pt>
          <cx:pt idx="3191">220</cx:pt>
          <cx:pt idx="3192">113</cx:pt>
          <cx:pt idx="3193">150</cx:pt>
          <cx:pt idx="3194">80</cx:pt>
          <cx:pt idx="3195">100</cx:pt>
          <cx:pt idx="3196">171</cx:pt>
          <cx:pt idx="3197">300</cx:pt>
          <cx:pt idx="3198">134</cx:pt>
          <cx:pt idx="3199">110</cx:pt>
          <cx:pt idx="3200">98</cx:pt>
          <cx:pt idx="3201">150</cx:pt>
          <cx:pt idx="3202">20</cx:pt>
          <cx:pt idx="3203">90</cx:pt>
          <cx:pt idx="3204">95</cx:pt>
          <cx:pt idx="3205">143</cx:pt>
          <cx:pt idx="3206">120</cx:pt>
          <cx:pt idx="3207">199</cx:pt>
          <cx:pt idx="3208">150</cx:pt>
          <cx:pt idx="3209">104</cx:pt>
          <cx:pt idx="3210">89</cx:pt>
          <cx:pt idx="3211">170</cx:pt>
          <cx:pt idx="3212">125</cx:pt>
          <cx:pt idx="3213">132</cx:pt>
          <cx:pt idx="3214">70</cx:pt>
          <cx:pt idx="3215">92</cx:pt>
          <cx:pt idx="3216">300</cx:pt>
          <cx:pt idx="3217">425</cx:pt>
          <cx:pt idx="3218">180</cx:pt>
          <cx:pt idx="3219">99</cx:pt>
          <cx:pt idx="3220">109</cx:pt>
          <cx:pt idx="3221">200</cx:pt>
          <cx:pt idx="3222">39</cx:pt>
          <cx:pt idx="3223">110</cx:pt>
          <cx:pt idx="3224">250</cx:pt>
          <cx:pt idx="3225">120</cx:pt>
          <cx:pt idx="3226">107</cx:pt>
          <cx:pt idx="3227">125</cx:pt>
          <cx:pt idx="3228">95</cx:pt>
          <cx:pt idx="3229">100</cx:pt>
          <cx:pt idx="3230">158</cx:pt>
          <cx:pt idx="3231">249</cx:pt>
          <cx:pt idx="3232">98</cx:pt>
          <cx:pt idx="3233">160</cx:pt>
          <cx:pt idx="3234">119</cx:pt>
          <cx:pt idx="3235">100</cx:pt>
          <cx:pt idx="3236">59</cx:pt>
          <cx:pt idx="3237">91</cx:pt>
          <cx:pt idx="3238">37</cx:pt>
          <cx:pt idx="3239">70</cx:pt>
          <cx:pt idx="3240">90</cx:pt>
          <cx:pt idx="3241">95</cx:pt>
          <cx:pt idx="3242">65</cx:pt>
          <cx:pt idx="3243">150</cx:pt>
          <cx:pt idx="3244">150</cx:pt>
          <cx:pt idx="3245">185</cx:pt>
          <cx:pt idx="3246">115</cx:pt>
          <cx:pt idx="3247">157</cx:pt>
          <cx:pt idx="3248">35</cx:pt>
          <cx:pt idx="3249">62</cx:pt>
          <cx:pt idx="3250">178</cx:pt>
          <cx:pt idx="3251">130</cx:pt>
          <cx:pt idx="3252">159</cx:pt>
          <cx:pt idx="3253">110</cx:pt>
          <cx:pt idx="3254">250</cx:pt>
          <cx:pt idx="3255">139</cx:pt>
          <cx:pt idx="3256">120</cx:pt>
          <cx:pt idx="3257">235</cx:pt>
          <cx:pt idx="3258">68</cx:pt>
          <cx:pt idx="3259">80</cx:pt>
          <cx:pt idx="3260">95</cx:pt>
          <cx:pt idx="3261">80</cx:pt>
          <cx:pt idx="3262">65</cx:pt>
          <cx:pt idx="3263">107</cx:pt>
          <cx:pt idx="3264">150</cx:pt>
          <cx:pt idx="3265">200</cx:pt>
          <cx:pt idx="3266">279</cx:pt>
          <cx:pt idx="3267">155</cx:pt>
          <cx:pt idx="3268">111</cx:pt>
          <cx:pt idx="3269">79</cx:pt>
          <cx:pt idx="3270">100</cx:pt>
          <cx:pt idx="3271">305</cx:pt>
          <cx:pt idx="3272">207</cx:pt>
          <cx:pt idx="3273">130</cx:pt>
          <cx:pt idx="3274">128</cx:pt>
          <cx:pt idx="3275">140</cx:pt>
          <cx:pt idx="3276">250</cx:pt>
          <cx:pt idx="3277">94</cx:pt>
          <cx:pt idx="3278">120</cx:pt>
          <cx:pt idx="3279">179</cx:pt>
          <cx:pt idx="3280">370</cx:pt>
          <cx:pt idx="3281">150</cx:pt>
          <cx:pt idx="3282">111</cx:pt>
          <cx:pt idx="3283">65</cx:pt>
          <cx:pt idx="3284">86</cx:pt>
          <cx:pt idx="3285">200</cx:pt>
          <cx:pt idx="3286">115</cx:pt>
          <cx:pt idx="3287">89</cx:pt>
          <cx:pt idx="3288">111</cx:pt>
          <cx:pt idx="3289">85</cx:pt>
          <cx:pt idx="3290">130</cx:pt>
          <cx:pt idx="3291">250</cx:pt>
          <cx:pt idx="3292">100</cx:pt>
          <cx:pt idx="3293">195</cx:pt>
          <cx:pt idx="3294">195</cx:pt>
          <cx:pt idx="3295">56</cx:pt>
          <cx:pt idx="3296">129</cx:pt>
          <cx:pt idx="3297">270</cx:pt>
          <cx:pt idx="3298">199</cx:pt>
          <cx:pt idx="3299">100</cx:pt>
          <cx:pt idx="3300">69</cx:pt>
          <cx:pt idx="3301">150</cx:pt>
          <cx:pt idx="3302">100</cx:pt>
          <cx:pt idx="3303">158</cx:pt>
          <cx:pt idx="3304">140</cx:pt>
          <cx:pt idx="3305">134</cx:pt>
          <cx:pt idx="3306">264</cx:pt>
          <cx:pt idx="3307">220</cx:pt>
          <cx:pt idx="3308">210</cx:pt>
          <cx:pt idx="3309">139</cx:pt>
          <cx:pt idx="3310">230</cx:pt>
          <cx:pt idx="3311">129</cx:pt>
          <cx:pt idx="3312">175</cx:pt>
          <cx:pt idx="3313">160</cx:pt>
          <cx:pt idx="3314">109</cx:pt>
          <cx:pt idx="3315">123</cx:pt>
          <cx:pt idx="3316">131</cx:pt>
          <cx:pt idx="3317">250</cx:pt>
          <cx:pt idx="3318">99</cx:pt>
          <cx:pt idx="3319">120</cx:pt>
          <cx:pt idx="3320">119</cx:pt>
          <cx:pt idx="3321">120</cx:pt>
          <cx:pt idx="3322">111</cx:pt>
          <cx:pt idx="3323">47</cx:pt>
          <cx:pt idx="3324">140</cx:pt>
          <cx:pt idx="3325">108</cx:pt>
          <cx:pt idx="3326">129</cx:pt>
          <cx:pt idx="3327">62</cx:pt>
          <cx:pt idx="3328">149</cx:pt>
          <cx:pt idx="3329">299</cx:pt>
          <cx:pt idx="3330">150</cx:pt>
          <cx:pt idx="3331">150</cx:pt>
          <cx:pt idx="3332">150</cx:pt>
          <cx:pt idx="3333">429</cx:pt>
          <cx:pt idx="3334">160</cx:pt>
          <cx:pt idx="3335">175</cx:pt>
          <cx:pt idx="3336">109</cx:pt>
          <cx:pt idx="3337">149</cx:pt>
          <cx:pt idx="3338">225</cx:pt>
          <cx:pt idx="3339">40</cx:pt>
          <cx:pt idx="3340">170</cx:pt>
          <cx:pt idx="3341">210</cx:pt>
          <cx:pt idx="3342">64</cx:pt>
          <cx:pt idx="3343">222</cx:pt>
          <cx:pt idx="3344">125</cx:pt>
          <cx:pt idx="3345">210</cx:pt>
          <cx:pt idx="3346">460</cx:pt>
          <cx:pt idx="3347">155</cx:pt>
          <cx:pt idx="3348">96</cx:pt>
          <cx:pt idx="3349">100</cx:pt>
          <cx:pt idx="3350">78</cx:pt>
          <cx:pt idx="3351">219</cx:pt>
          <cx:pt idx="3352">120</cx:pt>
          <cx:pt idx="3353">221</cx:pt>
          <cx:pt idx="3354">92</cx:pt>
          <cx:pt idx="3355">92</cx:pt>
          <cx:pt idx="3356">120</cx:pt>
          <cx:pt idx="3357">140</cx:pt>
          <cx:pt idx="3358">175</cx:pt>
          <cx:pt idx="3359">380</cx:pt>
          <cx:pt idx="3360">104</cx:pt>
          <cx:pt idx="3361">70</cx:pt>
          <cx:pt idx="3362">77</cx:pt>
          <cx:pt idx="3363">50</cx:pt>
          <cx:pt idx="3364">120</cx:pt>
          <cx:pt idx="3365">110</cx:pt>
          <cx:pt idx="3366">150</cx:pt>
          <cx:pt idx="3367">75</cx:pt>
          <cx:pt idx="3368">221</cx:pt>
          <cx:pt idx="3369">250</cx:pt>
          <cx:pt idx="3370">200</cx:pt>
          <cx:pt idx="3371">149</cx:pt>
          <cx:pt idx="3372">90</cx:pt>
          <cx:pt idx="3373">95</cx:pt>
          <cx:pt idx="3374">150</cx:pt>
          <cx:pt idx="3375">115</cx:pt>
          <cx:pt idx="3376">98</cx:pt>
          <cx:pt idx="3377">100</cx:pt>
          <cx:pt idx="3378">165</cx:pt>
          <cx:pt idx="3379">100</cx:pt>
          <cx:pt idx="3380">160</cx:pt>
          <cx:pt idx="3381">225</cx:pt>
          <cx:pt idx="3382">115</cx:pt>
          <cx:pt idx="3383">100</cx:pt>
          <cx:pt idx="3384">400</cx:pt>
          <cx:pt idx="3385">190</cx:pt>
          <cx:pt idx="3386">99</cx:pt>
          <cx:pt idx="3387">167</cx:pt>
          <cx:pt idx="3388">159</cx:pt>
          <cx:pt idx="3389">62</cx:pt>
          <cx:pt idx="3390">300</cx:pt>
          <cx:pt idx="3391">200</cx:pt>
          <cx:pt idx="3392">72</cx:pt>
          <cx:pt idx="3393">150</cx:pt>
          <cx:pt idx="3394">99</cx:pt>
          <cx:pt idx="3395">280</cx:pt>
          <cx:pt idx="3396">85</cx:pt>
          <cx:pt idx="3397">125</cx:pt>
          <cx:pt idx="3398">107</cx:pt>
          <cx:pt idx="3399">83</cx:pt>
          <cx:pt idx="3400">100</cx:pt>
          <cx:pt idx="3401">352</cx:pt>
          <cx:pt idx="3402">70</cx:pt>
          <cx:pt idx="3403">130</cx:pt>
          <cx:pt idx="3404">275</cx:pt>
          <cx:pt idx="3405">139</cx:pt>
          <cx:pt idx="3406">40</cx:pt>
          <cx:pt idx="3407">89</cx:pt>
          <cx:pt idx="3408">175</cx:pt>
          <cx:pt idx="3409">90</cx:pt>
          <cx:pt idx="3410">99</cx:pt>
          <cx:pt idx="3411">75</cx:pt>
          <cx:pt idx="3412">85</cx:pt>
          <cx:pt idx="3413">195</cx:pt>
          <cx:pt idx="3414">74</cx:pt>
          <cx:pt idx="3415">99</cx:pt>
          <cx:pt idx="3416">180</cx:pt>
          <cx:pt idx="3417">125</cx:pt>
          <cx:pt idx="3418">125</cx:pt>
          <cx:pt idx="3419">110</cx:pt>
          <cx:pt idx="3420">29</cx:pt>
          <cx:pt idx="3421">119</cx:pt>
          <cx:pt idx="3422">99</cx:pt>
          <cx:pt idx="3423">205</cx:pt>
          <cx:pt idx="3424">163</cx:pt>
          <cx:pt idx="3425">240</cx:pt>
          <cx:pt idx="3426">104</cx:pt>
          <cx:pt idx="3427">62</cx:pt>
          <cx:pt idx="3428">149</cx:pt>
          <cx:pt idx="3429">213</cx:pt>
          <cx:pt idx="3430">85</cx:pt>
          <cx:pt idx="3431">85</cx:pt>
          <cx:pt idx="3432">130</cx:pt>
          <cx:pt idx="3433">100</cx:pt>
          <cx:pt idx="3434">166</cx:pt>
          <cx:pt idx="3435">150</cx:pt>
          <cx:pt idx="3436">175</cx:pt>
          <cx:pt idx="3437">150</cx:pt>
          <cx:pt idx="3438">60</cx:pt>
          <cx:pt idx="3439">75</cx:pt>
          <cx:pt idx="3440">100</cx:pt>
          <cx:pt idx="3441">148</cx:pt>
          <cx:pt idx="3442">130</cx:pt>
          <cx:pt idx="3443">99</cx:pt>
          <cx:pt idx="3444">64</cx:pt>
          <cx:pt idx="3445">68</cx:pt>
          <cx:pt idx="3446">179</cx:pt>
          <cx:pt idx="3447">195</cx:pt>
          <cx:pt idx="3448">125</cx:pt>
          <cx:pt idx="3449">105</cx:pt>
          <cx:pt idx="3450">90</cx:pt>
          <cx:pt idx="3451">135</cx:pt>
          <cx:pt idx="3452">28</cx:pt>
          <cx:pt idx="3453">63</cx:pt>
          <cx:pt idx="3454">120</cx:pt>
          <cx:pt idx="3455">66</cx:pt>
          <cx:pt idx="3456">125</cx:pt>
          <cx:pt idx="3457">70</cx:pt>
          <cx:pt idx="3458">80</cx:pt>
          <cx:pt idx="3459">109</cx:pt>
          <cx:pt idx="3460">115</cx:pt>
          <cx:pt idx="3461">72</cx:pt>
          <cx:pt idx="3462">115</cx:pt>
          <cx:pt idx="3463">180</cx:pt>
          <cx:pt idx="3464">89</cx:pt>
          <cx:pt idx="3465">81</cx:pt>
          <cx:pt idx="3466">88</cx:pt>
          <cx:pt idx="3467">109</cx:pt>
          <cx:pt idx="3468">183</cx:pt>
          <cx:pt idx="3469">220</cx:pt>
          <cx:pt idx="3470">75</cx:pt>
          <cx:pt idx="3471">52</cx:pt>
          <cx:pt idx="3472">115</cx:pt>
          <cx:pt idx="3473">87</cx:pt>
          <cx:pt idx="3474">70</cx:pt>
          <cx:pt idx="3475">109</cx:pt>
          <cx:pt idx="3476">195</cx:pt>
          <cx:pt idx="3477">44</cx:pt>
          <cx:pt idx="3478">51</cx:pt>
          <cx:pt idx="3479">171</cx:pt>
          <cx:pt idx="3480">123</cx:pt>
          <cx:pt idx="3481">100</cx:pt>
          <cx:pt idx="3482">200</cx:pt>
          <cx:pt idx="3483">225</cx:pt>
          <cx:pt idx="3484">95</cx:pt>
          <cx:pt idx="3485">200</cx:pt>
          <cx:pt idx="3486">120</cx:pt>
          <cx:pt idx="3487">100</cx:pt>
          <cx:pt idx="3488">89</cx:pt>
          <cx:pt idx="3489">190</cx:pt>
          <cx:pt idx="3490">130</cx:pt>
          <cx:pt idx="3491">140</cx:pt>
          <cx:pt idx="3492">148</cx:pt>
          <cx:pt idx="3493">66</cx:pt>
          <cx:pt idx="3494">57</cx:pt>
          <cx:pt idx="3495">400</cx:pt>
          <cx:pt idx="3496">87</cx:pt>
          <cx:pt idx="3497">117</cx:pt>
          <cx:pt idx="3498">180</cx:pt>
          <cx:pt idx="3499">63</cx:pt>
          <cx:pt idx="3500">110</cx:pt>
          <cx:pt idx="3501">250</cx:pt>
          <cx:pt idx="3502">99</cx:pt>
          <cx:pt idx="3503">129</cx:pt>
          <cx:pt idx="3504">73</cx:pt>
          <cx:pt idx="3505">98</cx:pt>
          <cx:pt idx="3506">191</cx:pt>
          <cx:pt idx="3507">111</cx:pt>
          <cx:pt idx="3508">125</cx:pt>
          <cx:pt idx="3509">99</cx:pt>
          <cx:pt idx="3510">102</cx:pt>
          <cx:pt idx="3511">350</cx:pt>
          <cx:pt idx="3512">196</cx:pt>
          <cx:pt idx="3513">70</cx:pt>
          <cx:pt idx="3514">95</cx:pt>
          <cx:pt idx="3515">99</cx:pt>
          <cx:pt idx="3516">121</cx:pt>
          <cx:pt idx="3517">61</cx:pt>
          <cx:pt idx="3518">80</cx:pt>
          <cx:pt idx="3519">140</cx:pt>
          <cx:pt idx="3520">92</cx:pt>
          <cx:pt idx="3521">140</cx:pt>
          <cx:pt idx="3522">84</cx:pt>
          <cx:pt idx="3523">195</cx:pt>
          <cx:pt idx="3524">95</cx:pt>
          <cx:pt idx="3525">65</cx:pt>
          <cx:pt idx="3526">70</cx:pt>
          <cx:pt idx="3527">99</cx:pt>
          <cx:pt idx="3528">83</cx:pt>
          <cx:pt idx="3529">110</cx:pt>
          <cx:pt idx="3530">115</cx:pt>
          <cx:pt idx="3531">130</cx:pt>
          <cx:pt idx="3532">141</cx:pt>
          <cx:pt idx="3533">108</cx:pt>
          <cx:pt idx="3534">236</cx:pt>
          <cx:pt idx="3535">120</cx:pt>
          <cx:pt idx="3536">180</cx:pt>
          <cx:pt idx="3537">150</cx:pt>
          <cx:pt idx="3538">130</cx:pt>
          <cx:pt idx="3539">209</cx:pt>
          <cx:pt idx="3540">276</cx:pt>
          <cx:pt idx="3541">199</cx:pt>
          <cx:pt idx="3542">211</cx:pt>
          <cx:pt idx="3543">181</cx:pt>
          <cx:pt idx="3544">195</cx:pt>
          <cx:pt idx="3545">150</cx:pt>
          <cx:pt idx="3546">160</cx:pt>
          <cx:pt idx="3547">175</cx:pt>
          <cx:pt idx="3548">105</cx:pt>
          <cx:pt idx="3549">129</cx:pt>
          <cx:pt idx="3550">99</cx:pt>
          <cx:pt idx="3551">94</cx:pt>
          <cx:pt idx="3552">95</cx:pt>
          <cx:pt idx="3553">125</cx:pt>
          <cx:pt idx="3554">42</cx:pt>
          <cx:pt idx="3555">110</cx:pt>
          <cx:pt idx="3556">111</cx:pt>
          <cx:pt idx="3557">130</cx:pt>
          <cx:pt idx="3558">78</cx:pt>
          <cx:pt idx="3559">150</cx:pt>
          <cx:pt idx="3560">96</cx:pt>
          <cx:pt idx="3561">64</cx:pt>
          <cx:pt idx="3562">130</cx:pt>
          <cx:pt idx="3563">100</cx:pt>
          <cx:pt idx="3564">130</cx:pt>
          <cx:pt idx="3565">504</cx:pt>
          <cx:pt idx="3566">185</cx:pt>
          <cx:pt idx="3567">137</cx:pt>
          <cx:pt idx="3568">75</cx:pt>
          <cx:pt idx="3569">195</cx:pt>
          <cx:pt idx="3570">159</cx:pt>
          <cx:pt idx="3571">121</cx:pt>
          <cx:pt idx="3572">215</cx:pt>
          <cx:pt idx="3573">49</cx:pt>
          <cx:pt idx="3574">130</cx:pt>
          <cx:pt idx="3575">120</cx:pt>
          <cx:pt idx="3576">198</cx:pt>
          <cx:pt idx="3577">89</cx:pt>
          <cx:pt idx="3578">140</cx:pt>
          <cx:pt idx="3579">110</cx:pt>
          <cx:pt idx="3580">100</cx:pt>
          <cx:pt idx="3581">90</cx:pt>
          <cx:pt idx="3582">124</cx:pt>
          <cx:pt idx="3583">69</cx:pt>
          <cx:pt idx="3584">165</cx:pt>
          <cx:pt idx="3585">118</cx:pt>
          <cx:pt idx="3586">100</cx:pt>
          <cx:pt idx="3587">203</cx:pt>
          <cx:pt idx="3588">195</cx:pt>
          <cx:pt idx="3589">190</cx:pt>
          <cx:pt idx="3590">180</cx:pt>
          <cx:pt idx="3591">100</cx:pt>
          <cx:pt idx="3592">104</cx:pt>
          <cx:pt idx="3593">140</cx:pt>
          <cx:pt idx="3594">99</cx:pt>
          <cx:pt idx="3595">125</cx:pt>
          <cx:pt idx="3596">125</cx:pt>
          <cx:pt idx="3597">118</cx:pt>
          <cx:pt idx="3598">200</cx:pt>
          <cx:pt idx="3599">35</cx:pt>
          <cx:pt idx="3600">116</cx:pt>
          <cx:pt idx="3601">100</cx:pt>
          <cx:pt idx="3602">99</cx:pt>
          <cx:pt idx="3603">120</cx:pt>
          <cx:pt idx="3604">249</cx:pt>
          <cx:pt idx="3605">100</cx:pt>
          <cx:pt idx="3606">65</cx:pt>
          <cx:pt idx="3607">85</cx:pt>
          <cx:pt idx="3608">160</cx:pt>
          <cx:pt idx="3609">65</cx:pt>
          <cx:pt idx="3610">300</cx:pt>
          <cx:pt idx="3611">100</cx:pt>
          <cx:pt idx="3612">250</cx:pt>
          <cx:pt idx="3613">80</cx:pt>
          <cx:pt idx="3614">82</cx:pt>
          <cx:pt idx="3615">45</cx:pt>
          <cx:pt idx="3616">175</cx:pt>
          <cx:pt idx="3617">120</cx:pt>
          <cx:pt idx="3618">125</cx:pt>
          <cx:pt idx="3619">95</cx:pt>
          <cx:pt idx="3620">135</cx:pt>
          <cx:pt idx="3621">318</cx:pt>
          <cx:pt idx="3622">120</cx:pt>
          <cx:pt idx="3623">80</cx:pt>
          <cx:pt idx="3624">125</cx:pt>
          <cx:pt idx="3625">100</cx:pt>
          <cx:pt idx="3626">33</cx:pt>
          <cx:pt idx="3627">79</cx:pt>
          <cx:pt idx="3628">65</cx:pt>
          <cx:pt idx="3629">100</cx:pt>
          <cx:pt idx="3630">140</cx:pt>
          <cx:pt idx="3631">120</cx:pt>
          <cx:pt idx="3632">99</cx:pt>
          <cx:pt idx="3633">199</cx:pt>
          <cx:pt idx="3634">60</cx:pt>
          <cx:pt idx="3635">95</cx:pt>
          <cx:pt idx="3636">200</cx:pt>
          <cx:pt idx="3637">349</cx:pt>
          <cx:pt idx="3638">112</cx:pt>
          <cx:pt idx="3639">199</cx:pt>
          <cx:pt idx="3640">49</cx:pt>
          <cx:pt idx="3641">75</cx:pt>
          <cx:pt idx="3642">100</cx:pt>
          <cx:pt idx="3643">159</cx:pt>
          <cx:pt idx="3644">75</cx:pt>
          <cx:pt idx="3645">85</cx:pt>
          <cx:pt idx="3646">222</cx:pt>
          <cx:pt idx="3647">150</cx:pt>
          <cx:pt idx="3648">122</cx:pt>
          <cx:pt idx="3649">99</cx:pt>
          <cx:pt idx="3650">80</cx:pt>
          <cx:pt idx="3651">136</cx:pt>
          <cx:pt idx="3652">135</cx:pt>
          <cx:pt idx="3653">110</cx:pt>
          <cx:pt idx="3654">150</cx:pt>
          <cx:pt idx="3655">100</cx:pt>
          <cx:pt idx="3656">487</cx:pt>
          <cx:pt idx="3657">140</cx:pt>
          <cx:pt idx="3658">100</cx:pt>
          <cx:pt idx="3659">70</cx:pt>
          <cx:pt idx="3660">200</cx:pt>
          <cx:pt idx="3661">69</cx:pt>
          <cx:pt idx="3662">180</cx:pt>
          <cx:pt idx="3663">135</cx:pt>
          <cx:pt idx="3664">65</cx:pt>
          <cx:pt idx="3665">107</cx:pt>
          <cx:pt idx="3666">214</cx:pt>
          <cx:pt idx="3667">135</cx:pt>
          <cx:pt idx="3668">100</cx:pt>
          <cx:pt idx="3669">129</cx:pt>
          <cx:pt idx="3670">90</cx:pt>
          <cx:pt idx="3671">100</cx:pt>
          <cx:pt idx="3672">200</cx:pt>
          <cx:pt idx="3673">150</cx:pt>
          <cx:pt idx="3674">80</cx:pt>
          <cx:pt idx="3675">121</cx:pt>
          <cx:pt idx="3676">76</cx:pt>
          <cx:pt idx="3677">150</cx:pt>
          <cx:pt idx="3678">135</cx:pt>
          <cx:pt idx="3679">395</cx:pt>
          <cx:pt idx="3680">124</cx:pt>
          <cx:pt idx="3681">235</cx:pt>
          <cx:pt idx="3682">120</cx:pt>
          <cx:pt idx="3683">100</cx:pt>
          <cx:pt idx="3684">94</cx:pt>
          <cx:pt idx="3685">150</cx:pt>
          <cx:pt idx="3686">70</cx:pt>
          <cx:pt idx="3687">247</cx:pt>
          <cx:pt idx="3688">74</cx:pt>
          <cx:pt idx="3689">190</cx:pt>
          <cx:pt idx="3690">90</cx:pt>
          <cx:pt idx="3691">119</cx:pt>
          <cx:pt idx="3692">140</cx:pt>
          <cx:pt idx="3693">120</cx:pt>
          <cx:pt idx="3694">68</cx:pt>
          <cx:pt idx="3695">140</cx:pt>
          <cx:pt idx="3696">231</cx:pt>
          <cx:pt idx="3697">120</cx:pt>
          <cx:pt idx="3698">100</cx:pt>
          <cx:pt idx="3699">65</cx:pt>
          <cx:pt idx="3700">53</cx:pt>
          <cx:pt idx="3701">150</cx:pt>
          <cx:pt idx="3702">150</cx:pt>
          <cx:pt idx="3703">195</cx:pt>
          <cx:pt idx="3704">232</cx:pt>
          <cx:pt idx="3705">100</cx:pt>
          <cx:pt idx="3706">103</cx:pt>
          <cx:pt idx="3707">232</cx:pt>
          <cx:pt idx="3708">295</cx:pt>
          <cx:pt idx="3709">325</cx:pt>
          <cx:pt idx="3710">120</cx:pt>
          <cx:pt idx="3711">75</cx:pt>
          <cx:pt idx="3712">31</cx:pt>
          <cx:pt idx="3713">70</cx:pt>
          <cx:pt idx="3714">125</cx:pt>
          <cx:pt idx="3715">100</cx:pt>
          <cx:pt idx="3716">200</cx:pt>
          <cx:pt idx="3717">271</cx:pt>
          <cx:pt idx="3718">100</cx:pt>
          <cx:pt idx="3719">185</cx:pt>
          <cx:pt idx="3720">181</cx:pt>
          <cx:pt idx="3721">250</cx:pt>
          <cx:pt idx="3722">169</cx:pt>
          <cx:pt idx="3723">79</cx:pt>
          <cx:pt idx="3724">100</cx:pt>
          <cx:pt idx="3725">80</cx:pt>
          <cx:pt idx="3726">100</cx:pt>
          <cx:pt idx="3727">330</cx:pt>
          <cx:pt idx="3728">205</cx:pt>
          <cx:pt idx="3729">140</cx:pt>
          <cx:pt idx="3730">209</cx:pt>
          <cx:pt idx="3731">76</cx:pt>
          <cx:pt idx="3732">82</cx:pt>
          <cx:pt idx="3733">360</cx:pt>
          <cx:pt idx="3734">79</cx:pt>
          <cx:pt idx="3735">140</cx:pt>
          <cx:pt idx="3736">100</cx:pt>
          <cx:pt idx="3737">129</cx:pt>
          <cx:pt idx="3738">110</cx:pt>
          <cx:pt idx="3739">133</cx:pt>
          <cx:pt idx="3740">119</cx:pt>
          <cx:pt idx="3741">91</cx:pt>
          <cx:pt idx="3742">110</cx:pt>
          <cx:pt idx="3743">80</cx:pt>
          <cx:pt idx="3744">80</cx:pt>
          <cx:pt idx="3745">104</cx:pt>
          <cx:pt idx="3746">125</cx:pt>
          <cx:pt idx="3747">296</cx:pt>
          <cx:pt idx="3748">225</cx:pt>
          <cx:pt idx="3749">145</cx:pt>
          <cx:pt idx="3750">99</cx:pt>
          <cx:pt idx="3751">60</cx:pt>
          <cx:pt idx="3752">84</cx:pt>
          <cx:pt idx="3753">105</cx:pt>
          <cx:pt idx="3754">92</cx:pt>
          <cx:pt idx="3755">204</cx:pt>
          <cx:pt idx="3756">125</cx:pt>
          <cx:pt idx="3757">125</cx:pt>
          <cx:pt idx="3758">125</cx:pt>
          <cx:pt idx="3759">81</cx:pt>
          <cx:pt idx="3760">200</cx:pt>
          <cx:pt idx="3761">101</cx:pt>
          <cx:pt idx="3762">150</cx:pt>
          <cx:pt idx="3763">116</cx:pt>
          <cx:pt idx="3764">200</cx:pt>
          <cx:pt idx="3765">120</cx:pt>
          <cx:pt idx="3766">110</cx:pt>
          <cx:pt idx="3767">106</cx:pt>
          <cx:pt idx="3768">75</cx:pt>
          <cx:pt idx="3769">200</cx:pt>
          <cx:pt idx="3770">61</cx:pt>
          <cx:pt idx="3771">90</cx:pt>
          <cx:pt idx="3772">225</cx:pt>
          <cx:pt idx="3773">115</cx:pt>
          <cx:pt idx="3774">82</cx:pt>
          <cx:pt idx="3775">99</cx:pt>
          <cx:pt idx="3776">195</cx:pt>
          <cx:pt idx="3777">200</cx:pt>
          <cx:pt idx="3778">125</cx:pt>
          <cx:pt idx="3779">145</cx:pt>
          <cx:pt idx="3780">145</cx:pt>
          <cx:pt idx="3781">73</cx:pt>
          <cx:pt idx="3782">104</cx:pt>
          <cx:pt idx="3783">52</cx:pt>
          <cx:pt idx="3784">90</cx:pt>
          <cx:pt idx="3785">110</cx:pt>
          <cx:pt idx="3786">175</cx:pt>
          <cx:pt idx="3787">266</cx:pt>
          <cx:pt idx="3788">150</cx:pt>
          <cx:pt idx="3789">200</cx:pt>
          <cx:pt idx="3790">299</cx:pt>
          <cx:pt idx="3791">49</cx:pt>
          <cx:pt idx="3792">140</cx:pt>
          <cx:pt idx="3793">75</cx:pt>
          <cx:pt idx="3794">191</cx:pt>
          <cx:pt idx="3795">200</cx:pt>
          <cx:pt idx="3796">125</cx:pt>
          <cx:pt idx="3797">184</cx:pt>
          <cx:pt idx="3798">125</cx:pt>
          <cx:pt idx="3799">189</cx:pt>
          <cx:pt idx="3800">150</cx:pt>
          <cx:pt idx="3801">100</cx:pt>
          <cx:pt idx="3802">195</cx:pt>
          <cx:pt idx="3803">125</cx:pt>
          <cx:pt idx="3804">125</cx:pt>
          <cx:pt idx="3805">125</cx:pt>
          <cx:pt idx="3806">145</cx:pt>
          <cx:pt idx="3807">125</cx:pt>
          <cx:pt idx="3808">110</cx:pt>
          <cx:pt idx="3809">125</cx:pt>
          <cx:pt idx="3810">59</cx:pt>
          <cx:pt idx="3811">125</cx:pt>
          <cx:pt idx="3812">125</cx:pt>
          <cx:pt idx="3813">125</cx:pt>
          <cx:pt idx="3814">165</cx:pt>
          <cx:pt idx="3815">125</cx:pt>
          <cx:pt idx="3816">114</cx:pt>
          <cx:pt idx="3817">82</cx:pt>
          <cx:pt idx="3818">149</cx:pt>
          <cx:pt idx="3819">75</cx:pt>
          <cx:pt idx="3820">199</cx:pt>
          <cx:pt idx="3821">70</cx:pt>
          <cx:pt idx="3822">85</cx:pt>
          <cx:pt idx="3823">119</cx:pt>
          <cx:pt idx="3824">120</cx:pt>
          <cx:pt idx="3825">50</cx:pt>
          <cx:pt idx="3826">240</cx:pt>
          <cx:pt idx="3827">159</cx:pt>
          <cx:pt idx="3828">137</cx:pt>
          <cx:pt idx="3829">155</cx:pt>
          <cx:pt idx="3830">129</cx:pt>
          <cx:pt idx="3831">87</cx:pt>
          <cx:pt idx="3832">230</cx:pt>
          <cx:pt idx="3833">140</cx:pt>
          <cx:pt idx="3834">104</cx:pt>
          <cx:pt idx="3835">70</cx:pt>
          <cx:pt idx="3836">160</cx:pt>
          <cx:pt idx="3837">269</cx:pt>
          <cx:pt idx="3838">180</cx:pt>
          <cx:pt idx="3839">179</cx:pt>
          <cx:pt idx="3840">30</cx:pt>
          <cx:pt idx="3841">86</cx:pt>
          <cx:pt idx="3842">195</cx:pt>
          <cx:pt idx="3843">139</cx:pt>
          <cx:pt idx="3844">149</cx:pt>
          <cx:pt idx="3845">80</cx:pt>
          <cx:pt idx="3846">110</cx:pt>
          <cx:pt idx="3847">180</cx:pt>
          <cx:pt idx="3848">110</cx:pt>
          <cx:pt idx="3849">400</cx:pt>
          <cx:pt idx="3850">110</cx:pt>
          <cx:pt idx="3851">75</cx:pt>
          <cx:pt idx="3852">100</cx:pt>
          <cx:pt idx="3853">105</cx:pt>
          <cx:pt idx="3854">100</cx:pt>
          <cx:pt idx="3855">100</cx:pt>
          <cx:pt idx="3856">220</cx:pt>
          <cx:pt idx="3857">79</cx:pt>
          <cx:pt idx="3858">180</cx:pt>
          <cx:pt idx="3859">389</cx:pt>
          <cx:pt idx="3860">116</cx:pt>
          <cx:pt idx="3861">236</cx:pt>
          <cx:pt idx="3862">96</cx:pt>
          <cx:pt idx="3863">150</cx:pt>
          <cx:pt idx="3864">164</cx:pt>
          <cx:pt idx="3865">150</cx:pt>
          <cx:pt idx="3866">90</cx:pt>
          <cx:pt idx="3867">280</cx:pt>
          <cx:pt idx="3868">75</cx:pt>
          <cx:pt idx="3869">130</cx:pt>
          <cx:pt idx="3870">89</cx:pt>
          <cx:pt idx="3871">90</cx:pt>
          <cx:pt idx="3872">200</cx:pt>
          <cx:pt idx="3873">150</cx:pt>
          <cx:pt idx="3874">200</cx:pt>
          <cx:pt idx="3875">280</cx:pt>
          <cx:pt idx="3876">405</cx:pt>
          <cx:pt idx="3877">140</cx:pt>
          <cx:pt idx="3878">207</cx:pt>
          <cx:pt idx="3879">140</cx:pt>
          <cx:pt idx="3880">101</cx:pt>
          <cx:pt idx="3881">93</cx:pt>
          <cx:pt idx="3882">100</cx:pt>
          <cx:pt idx="3883">72</cx:pt>
          <cx:pt idx="3884">86</cx:pt>
          <cx:pt idx="3885">120</cx:pt>
          <cx:pt idx="3886">95</cx:pt>
          <cx:pt idx="3887">270</cx:pt>
          <cx:pt idx="3888">119</cx:pt>
          <cx:pt idx="3889">77</cx:pt>
          <cx:pt idx="3890">99</cx:pt>
          <cx:pt idx="3891">250</cx:pt>
          <cx:pt idx="3892">100</cx:pt>
          <cx:pt idx="3893">137</cx:pt>
          <cx:pt idx="3894">80</cx:pt>
          <cx:pt idx="3895">231</cx:pt>
          <cx:pt idx="3896">127</cx:pt>
          <cx:pt idx="3897">108</cx:pt>
          <cx:pt idx="3898">84</cx:pt>
          <cx:pt idx="3899">150</cx:pt>
          <cx:pt idx="3900">117</cx:pt>
          <cx:pt idx="3901">90</cx:pt>
          <cx:pt idx="3902">100</cx:pt>
          <cx:pt idx="3903">101</cx:pt>
          <cx:pt idx="3904">336</cx:pt>
          <cx:pt idx="3905">55</cx:pt>
          <cx:pt idx="3906">100</cx:pt>
          <cx:pt idx="3907">499</cx:pt>
          <cx:pt idx="3908">126</cx:pt>
          <cx:pt idx="3909">196</cx:pt>
          <cx:pt idx="3910">80</cx:pt>
          <cx:pt idx="3911">148</cx:pt>
          <cx:pt idx="3912">125</cx:pt>
          <cx:pt idx="3913">90</cx:pt>
          <cx:pt idx="3914">138</cx:pt>
          <cx:pt idx="3915">80</cx:pt>
          <cx:pt idx="3916">61</cx:pt>
          <cx:pt idx="3917">100</cx:pt>
          <cx:pt idx="3918">120</cx:pt>
          <cx:pt idx="3919">125</cx:pt>
          <cx:pt idx="3920">115</cx:pt>
          <cx:pt idx="3921">151</cx:pt>
          <cx:pt idx="3922">100</cx:pt>
          <cx:pt idx="3923">98</cx:pt>
          <cx:pt idx="3924">220</cx:pt>
          <cx:pt idx="3925">236</cx:pt>
          <cx:pt idx="3926">220</cx:pt>
          <cx:pt idx="3927">69</cx:pt>
          <cx:pt idx="3928">245</cx:pt>
          <cx:pt idx="3929">410</cx:pt>
          <cx:pt idx="3930">80</cx:pt>
          <cx:pt idx="3931">75</cx:pt>
          <cx:pt idx="3932">168</cx:pt>
          <cx:pt idx="3933">217</cx:pt>
          <cx:pt idx="3934">90</cx:pt>
          <cx:pt idx="3935">98</cx:pt>
          <cx:pt idx="3936">110</cx:pt>
          <cx:pt idx="3937">95</cx:pt>
          <cx:pt idx="3938">174</cx:pt>
          <cx:pt idx="3939">92</cx:pt>
          <cx:pt idx="3940">190</cx:pt>
          <cx:pt idx="3941">110</cx:pt>
          <cx:pt idx="3942">135</cx:pt>
          <cx:pt idx="3943">150</cx:pt>
          <cx:pt idx="3944">220</cx:pt>
          <cx:pt idx="3945">75</cx:pt>
          <cx:pt idx="3946">99</cx:pt>
          <cx:pt idx="3947">150</cx:pt>
          <cx:pt idx="3948">101</cx:pt>
          <cx:pt idx="3949">100</cx:pt>
          <cx:pt idx="3950">40</cx:pt>
          <cx:pt idx="3951">120</cx:pt>
          <cx:pt idx="3952">220</cx:pt>
          <cx:pt idx="3953">140</cx:pt>
          <cx:pt idx="3954">168</cx:pt>
          <cx:pt idx="3955">100</cx:pt>
          <cx:pt idx="3956">117</cx:pt>
          <cx:pt idx="3957">80</cx:pt>
          <cx:pt idx="3958">178</cx:pt>
          <cx:pt idx="3959">200</cx:pt>
          <cx:pt idx="3960">145</cx:pt>
          <cx:pt idx="3961">125</cx:pt>
          <cx:pt idx="3962">100</cx:pt>
          <cx:pt idx="3963">175</cx:pt>
          <cx:pt idx="3964">90</cx:pt>
          <cx:pt idx="3965">120</cx:pt>
          <cx:pt idx="3966">60</cx:pt>
          <cx:pt idx="3967">85</cx:pt>
          <cx:pt idx="3968">350</cx:pt>
          <cx:pt idx="3969">109</cx:pt>
          <cx:pt idx="3970">300</cx:pt>
          <cx:pt idx="3971">195</cx:pt>
          <cx:pt idx="3972">280</cx:pt>
          <cx:pt idx="3973">90</cx:pt>
          <cx:pt idx="3974">116</cx:pt>
          <cx:pt idx="3975">190</cx:pt>
          <cx:pt idx="3976">119</cx:pt>
          <cx:pt idx="3977">340</cx:pt>
          <cx:pt idx="3978">179</cx:pt>
          <cx:pt idx="3979">175</cx:pt>
          <cx:pt idx="3980">80</cx:pt>
          <cx:pt idx="3981">142</cx:pt>
          <cx:pt idx="3982">149</cx:pt>
          <cx:pt idx="3983">180</cx:pt>
          <cx:pt idx="3984">166</cx:pt>
          <cx:pt idx="3985">80</cx:pt>
          <cx:pt idx="3986">85</cx:pt>
          <cx:pt idx="3987">125</cx:pt>
          <cx:pt idx="3988">135</cx:pt>
          <cx:pt idx="3989">100</cx:pt>
          <cx:pt idx="3990">120</cx:pt>
          <cx:pt idx="3991">150</cx:pt>
          <cx:pt idx="3992">70</cx:pt>
          <cx:pt idx="3993">129</cx:pt>
          <cx:pt idx="3994">261</cx:pt>
          <cx:pt idx="3995">160</cx:pt>
          <cx:pt idx="3996">150</cx:pt>
          <cx:pt idx="3997">100</cx:pt>
          <cx:pt idx="3998">100</cx:pt>
          <cx:pt idx="3999">90</cx:pt>
          <cx:pt idx="4000">164</cx:pt>
          <cx:pt idx="4001">87</cx:pt>
          <cx:pt idx="4002">102</cx:pt>
          <cx:pt idx="4003">55</cx:pt>
          <cx:pt idx="4004">140</cx:pt>
          <cx:pt idx="4005">29</cx:pt>
          <cx:pt idx="4006">250</cx:pt>
          <cx:pt idx="4007">395</cx:pt>
          <cx:pt idx="4008">89</cx:pt>
          <cx:pt idx="4009">45</cx:pt>
          <cx:pt idx="4010">149</cx:pt>
          <cx:pt idx="4011">215</cx:pt>
          <cx:pt idx="4012">100</cx:pt>
          <cx:pt idx="4013">178</cx:pt>
          <cx:pt idx="4014">120</cx:pt>
          <cx:pt idx="4015">83</cx:pt>
          <cx:pt idx="4016">97</cx:pt>
          <cx:pt idx="4017">140</cx:pt>
          <cx:pt idx="4018">303</cx:pt>
          <cx:pt idx="4019">33</cx:pt>
          <cx:pt idx="4020">240</cx:pt>
          <cx:pt idx="4021">145</cx:pt>
          <cx:pt idx="4022">74</cx:pt>
          <cx:pt idx="4023">99</cx:pt>
          <cx:pt idx="4024">110</cx:pt>
          <cx:pt idx="4025">135</cx:pt>
          <cx:pt idx="4026">110</cx:pt>
          <cx:pt idx="4027">130</cx:pt>
          <cx:pt idx="4028">115</cx:pt>
          <cx:pt idx="4029">150</cx:pt>
          <cx:pt idx="4030">160</cx:pt>
          <cx:pt idx="4031">140</cx:pt>
          <cx:pt idx="4032">125</cx:pt>
          <cx:pt idx="4033">19</cx:pt>
          <cx:pt idx="4034">120</cx:pt>
          <cx:pt idx="4035">80</cx:pt>
          <cx:pt idx="4036">89</cx:pt>
          <cx:pt idx="4037">90</cx:pt>
          <cx:pt idx="4038">141</cx:pt>
          <cx:pt idx="4039">249</cx:pt>
          <cx:pt idx="4040">110</cx:pt>
          <cx:pt idx="4041">110</cx:pt>
          <cx:pt idx="4042">92</cx:pt>
          <cx:pt idx="4043">83</cx:pt>
          <cx:pt idx="4044">88</cx:pt>
          <cx:pt idx="4045">100</cx:pt>
          <cx:pt idx="4046">120</cx:pt>
          <cx:pt idx="4047">120</cx:pt>
          <cx:pt idx="4048">111</cx:pt>
          <cx:pt idx="4049">225</cx:pt>
          <cx:pt idx="4050">99</cx:pt>
          <cx:pt idx="4051">120</cx:pt>
          <cx:pt idx="4052">118</cx:pt>
          <cx:pt idx="4053">158</cx:pt>
          <cx:pt idx="4054">95</cx:pt>
          <cx:pt idx="4055">168</cx:pt>
          <cx:pt idx="4056">110</cx:pt>
          <cx:pt idx="4057">130</cx:pt>
          <cx:pt idx="4058">90</cx:pt>
          <cx:pt idx="4059">60</cx:pt>
          <cx:pt idx="4060">67</cx:pt>
          <cx:pt idx="4061">150</cx:pt>
          <cx:pt idx="4062">255</cx:pt>
          <cx:pt idx="4063">150</cx:pt>
          <cx:pt idx="4064">250</cx:pt>
          <cx:pt idx="4065">128</cx:pt>
          <cx:pt idx="4066">280</cx:pt>
          <cx:pt idx="4067">95</cx:pt>
          <cx:pt idx="4068">250</cx:pt>
          <cx:pt idx="4069">105</cx:pt>
          <cx:pt idx="4070">150</cx:pt>
          <cx:pt idx="4071">320</cx:pt>
          <cx:pt idx="4072">125</cx:pt>
          <cx:pt idx="4073">120</cx:pt>
          <cx:pt idx="4074">92</cx:pt>
          <cx:pt idx="4075">89</cx:pt>
          <cx:pt idx="4076">139</cx:pt>
          <cx:pt idx="4077">90</cx:pt>
          <cx:pt idx="4078">115</cx:pt>
          <cx:pt idx="4079">102</cx:pt>
          <cx:pt idx="4080">150</cx:pt>
          <cx:pt idx="4081">218</cx:pt>
          <cx:pt idx="4082">200</cx:pt>
          <cx:pt idx="4083">328</cx:pt>
          <cx:pt idx="4084">81</cx:pt>
          <cx:pt idx="4085">120</cx:pt>
          <cx:pt idx="4086">100</cx:pt>
          <cx:pt idx="4087">58</cx:pt>
          <cx:pt idx="4088">250</cx:pt>
          <cx:pt idx="4089">200</cx:pt>
          <cx:pt idx="4090">107</cx:pt>
          <cx:pt idx="4091">114</cx:pt>
          <cx:pt idx="4092">303</cx:pt>
          <cx:pt idx="4093">40</cx:pt>
          <cx:pt idx="4094">140</cx:pt>
          <cx:pt idx="4095">110</cx:pt>
          <cx:pt idx="4096">122</cx:pt>
          <cx:pt idx="4097">150</cx:pt>
          <cx:pt idx="4098">80</cx:pt>
          <cx:pt idx="4099">99</cx:pt>
          <cx:pt idx="4100">180</cx:pt>
          <cx:pt idx="4101">75</cx:pt>
          <cx:pt idx="4102">103</cx:pt>
          <cx:pt idx="4103">145</cx:pt>
          <cx:pt idx="4104">125</cx:pt>
          <cx:pt idx="4105">50</cx:pt>
          <cx:pt idx="4106">89</cx:pt>
          <cx:pt idx="4107">100</cx:pt>
          <cx:pt idx="4108">95</cx:pt>
          <cx:pt idx="4109">75</cx:pt>
          <cx:pt idx="4110">46</cx:pt>
          <cx:pt idx="4111">195</cx:pt>
          <cx:pt idx="4112">50</cx:pt>
          <cx:pt idx="4113">109</cx:pt>
          <cx:pt idx="4114">108</cx:pt>
          <cx:pt idx="4115">79</cx:pt>
          <cx:pt idx="4116">33</cx:pt>
          <cx:pt idx="4117">107</cx:pt>
          <cx:pt idx="4118">149</cx:pt>
          <cx:pt idx="4119">100</cx:pt>
          <cx:pt idx="4120">117</cx:pt>
          <cx:pt idx="4121">150</cx:pt>
          <cx:pt idx="4122">90</cx:pt>
          <cx:pt idx="4123">116</cx:pt>
          <cx:pt idx="4124">109</cx:pt>
          <cx:pt idx="4125">72</cx:pt>
          <cx:pt idx="4126">55</cx:pt>
          <cx:pt idx="4127">118</cx:pt>
          <cx:pt idx="4128">40</cx:pt>
          <cx:pt idx="4129">135</cx:pt>
          <cx:pt idx="4130">299</cx:pt>
          <cx:pt idx="4131">95</cx:pt>
          <cx:pt idx="4132">249</cx:pt>
          <cx:pt idx="4133">139</cx:pt>
          <cx:pt idx="4134">72</cx:pt>
          <cx:pt idx="4135">77</cx:pt>
          <cx:pt idx="4136">130</cx:pt>
          <cx:pt idx="4137">179</cx:pt>
          <cx:pt idx="4138">44</cx:pt>
          <cx:pt idx="4139">144</cx:pt>
          <cx:pt idx="4140">60</cx:pt>
          <cx:pt idx="4141">147</cx:pt>
          <cx:pt idx="4142">109</cx:pt>
          <cx:pt idx="4143">90</cx:pt>
          <cx:pt idx="4144">115</cx:pt>
          <cx:pt idx="4145">160</cx:pt>
          <cx:pt idx="4146">100</cx:pt>
          <cx:pt idx="4147">148</cx:pt>
          <cx:pt idx="4148">130</cx:pt>
          <cx:pt idx="4149">145</cx:pt>
          <cx:pt idx="4150">200</cx:pt>
          <cx:pt idx="4151">300</cx:pt>
          <cx:pt idx="4152">131</cx:pt>
          <cx:pt idx="4153">90</cx:pt>
          <cx:pt idx="4154">200</cx:pt>
          <cx:pt idx="4155">207</cx:pt>
          <cx:pt idx="4156">120</cx:pt>
          <cx:pt idx="4157">120</cx:pt>
          <cx:pt idx="4158">115</cx:pt>
          <cx:pt idx="4159">165</cx:pt>
          <cx:pt idx="4160">89</cx:pt>
          <cx:pt idx="4161">76</cx:pt>
          <cx:pt idx="4162">51</cx:pt>
          <cx:pt idx="4163">119</cx:pt>
          <cx:pt idx="4164">139</cx:pt>
          <cx:pt idx="4165">149</cx:pt>
          <cx:pt idx="4166">95</cx:pt>
          <cx:pt idx="4167">150</cx:pt>
          <cx:pt idx="4168">230</cx:pt>
          <cx:pt idx="4169">149</cx:pt>
          <cx:pt idx="4170">97</cx:pt>
          <cx:pt idx="4171">99</cx:pt>
          <cx:pt idx="4172">131</cx:pt>
          <cx:pt idx="4173">100</cx:pt>
          <cx:pt idx="4174">200</cx:pt>
          <cx:pt idx="4175">300</cx:pt>
          <cx:pt idx="4176">120</cx:pt>
          <cx:pt idx="4177">140</cx:pt>
          <cx:pt idx="4178">165</cx:pt>
          <cx:pt idx="4179">90</cx:pt>
          <cx:pt idx="4180">65</cx:pt>
          <cx:pt idx="4181">129</cx:pt>
          <cx:pt idx="4182">129</cx:pt>
          <cx:pt idx="4183">311</cx:pt>
          <cx:pt idx="4184">127</cx:pt>
          <cx:pt idx="4185">80</cx:pt>
          <cx:pt idx="4186">175</cx:pt>
          <cx:pt idx="4187">100</cx:pt>
          <cx:pt idx="4188">125</cx:pt>
          <cx:pt idx="4189">149</cx:pt>
          <cx:pt idx="4190">153</cx:pt>
          <cx:pt idx="4191">150</cx:pt>
          <cx:pt idx="4192">75</cx:pt>
          <cx:pt idx="4193">160</cx:pt>
          <cx:pt idx="4194">129</cx:pt>
          <cx:pt idx="4195">217</cx:pt>
          <cx:pt idx="4196">295</cx:pt>
          <cx:pt idx="4197">79</cx:pt>
          <cx:pt idx="4198">145</cx:pt>
          <cx:pt idx="4199">94</cx:pt>
          <cx:pt idx="4200">100</cx:pt>
          <cx:pt idx="4201">165</cx:pt>
          <cx:pt idx="4202">95</cx:pt>
          <cx:pt idx="4203">100</cx:pt>
          <cx:pt idx="4204">52</cx:pt>
          <cx:pt idx="4205">90</cx:pt>
          <cx:pt idx="4206">89</cx:pt>
          <cx:pt idx="4207">175</cx:pt>
          <cx:pt idx="4208">130</cx:pt>
          <cx:pt idx="4209">163</cx:pt>
          <cx:pt idx="4210">115</cx:pt>
          <cx:pt idx="4211">128</cx:pt>
          <cx:pt idx="4212">97</cx:pt>
          <cx:pt idx="4213">131</cx:pt>
          <cx:pt idx="4214">200</cx:pt>
          <cx:pt idx="4215">350</cx:pt>
          <cx:pt idx="4216">120</cx:pt>
          <cx:pt idx="4217">40</cx:pt>
          <cx:pt idx="4218">99</cx:pt>
          <cx:pt idx="4219">45</cx:pt>
          <cx:pt idx="4220">350</cx:pt>
          <cx:pt idx="4221">120</cx:pt>
          <cx:pt idx="4222">133</cx:pt>
          <cx:pt idx="4223">90</cx:pt>
          <cx:pt idx="4224">140</cx:pt>
          <cx:pt idx="4225">160</cx:pt>
          <cx:pt idx="4226">156</cx:pt>
          <cx:pt idx="4227">250</cx:pt>
          <cx:pt idx="4228">300</cx:pt>
          <cx:pt idx="4229">98</cx:pt>
          <cx:pt idx="4230">129</cx:pt>
          <cx:pt idx="4231">85</cx:pt>
          <cx:pt idx="4232">170</cx:pt>
          <cx:pt idx="4233">90</cx:pt>
          <cx:pt idx="4234">153</cx:pt>
          <cx:pt idx="4235">150</cx:pt>
          <cx:pt idx="4236">150</cx:pt>
          <cx:pt idx="4237">240</cx:pt>
          <cx:pt idx="4238">41</cx:pt>
          <cx:pt idx="4239">99</cx:pt>
          <cx:pt idx="4240">80</cx:pt>
          <cx:pt idx="4241">130</cx:pt>
          <cx:pt idx="4242">125</cx:pt>
          <cx:pt idx="4243">85</cx:pt>
          <cx:pt idx="4244">35</cx:pt>
          <cx:pt idx="4245">129</cx:pt>
          <cx:pt idx="4246">85</cx:pt>
          <cx:pt idx="4247">170</cx:pt>
          <cx:pt idx="4248">179</cx:pt>
          <cx:pt idx="4249">105</cx:pt>
          <cx:pt idx="4250">175</cx:pt>
          <cx:pt idx="4251">84</cx:pt>
          <cx:pt idx="4252">89</cx:pt>
          <cx:pt idx="4253">116</cx:pt>
          <cx:pt idx="4254">130</cx:pt>
          <cx:pt idx="4255">95</cx:pt>
          <cx:pt idx="4256">115</cx:pt>
          <cx:pt idx="4257">240</cx:pt>
          <cx:pt idx="4258">79</cx:pt>
          <cx:pt idx="4259">118</cx:pt>
          <cx:pt idx="4260">88</cx:pt>
          <cx:pt idx="4261">120</cx:pt>
          <cx:pt idx="4262">250</cx:pt>
          <cx:pt idx="4263">150</cx:pt>
          <cx:pt idx="4264">161</cx:pt>
          <cx:pt idx="4265">85</cx:pt>
          <cx:pt idx="4266">70</cx:pt>
          <cx:pt idx="4267">250</cx:pt>
          <cx:pt idx="4268">95</cx:pt>
          <cx:pt idx="4269">250</cx:pt>
          <cx:pt idx="4270">100</cx:pt>
          <cx:pt idx="4271">315</cx:pt>
          <cx:pt idx="4272">100</cx:pt>
          <cx:pt idx="4273">109</cx:pt>
          <cx:pt idx="4274">100</cx:pt>
          <cx:pt idx="4275">121</cx:pt>
          <cx:pt idx="4276">73</cx:pt>
          <cx:pt idx="4277">116</cx:pt>
          <cx:pt idx="4278">214</cx:pt>
          <cx:pt idx="4279">150</cx:pt>
          <cx:pt idx="4280">85</cx:pt>
          <cx:pt idx="4281">100</cx:pt>
          <cx:pt idx="4282">99</cx:pt>
          <cx:pt idx="4283">113</cx:pt>
          <cx:pt idx="4284">220</cx:pt>
          <cx:pt idx="4285">90</cx:pt>
          <cx:pt idx="4286">55</cx:pt>
          <cx:pt idx="4287">150</cx:pt>
          <cx:pt idx="4288">129</cx:pt>
          <cx:pt idx="4289">114</cx:pt>
          <cx:pt idx="4290">155</cx:pt>
          <cx:pt idx="4291">80</cx:pt>
          <cx:pt idx="4292">85</cx:pt>
          <cx:pt idx="4293">120</cx:pt>
          <cx:pt idx="4294">60</cx:pt>
          <cx:pt idx="4295">139</cx:pt>
          <cx:pt idx="4296">129</cx:pt>
          <cx:pt idx="4297">200</cx:pt>
          <cx:pt idx="4298">235</cx:pt>
          <cx:pt idx="4299">88</cx:pt>
          <cx:pt idx="4300">115</cx:pt>
          <cx:pt idx="4301">55</cx:pt>
          <cx:pt idx="4302">80</cx:pt>
          <cx:pt idx="4303">189</cx:pt>
          <cx:pt idx="4304">225</cx:pt>
          <cx:pt idx="4305">100</cx:pt>
          <cx:pt idx="4306">100</cx:pt>
          <cx:pt idx="4307">214</cx:pt>
          <cx:pt idx="4308">89</cx:pt>
          <cx:pt idx="4309">245</cx:pt>
          <cx:pt idx="4310">98</cx:pt>
          <cx:pt idx="4311">75</cx:pt>
          <cx:pt idx="4312">150</cx:pt>
          <cx:pt idx="4313">150</cx:pt>
          <cx:pt idx="4314">40</cx:pt>
          <cx:pt idx="4315">450</cx:pt>
          <cx:pt idx="4316">120</cx:pt>
          <cx:pt idx="4317">150</cx:pt>
          <cx:pt idx="4318">160</cx:pt>
          <cx:pt idx="4319">99</cx:pt>
          <cx:pt idx="4320">254</cx:pt>
          <cx:pt idx="4321">180</cx:pt>
          <cx:pt idx="4322">301</cx:pt>
          <cx:pt idx="4323">83</cx:pt>
          <cx:pt idx="4324">90</cx:pt>
          <cx:pt idx="4325">44</cx:pt>
          <cx:pt idx="4326">250</cx:pt>
          <cx:pt idx="4327">77</cx:pt>
          <cx:pt idx="4328">340</cx:pt>
          <cx:pt idx="4329">240</cx:pt>
          <cx:pt idx="4330">250</cx:pt>
          <cx:pt idx="4331">185</cx:pt>
          <cx:pt idx="4332">50</cx:pt>
          <cx:pt idx="4333">79</cx:pt>
          <cx:pt idx="4334">80</cx:pt>
          <cx:pt idx="4335">149</cx:pt>
          <cx:pt idx="4336">229</cx:pt>
          <cx:pt idx="4337">58</cx:pt>
          <cx:pt idx="4338">90</cx:pt>
          <cx:pt idx="4339">160</cx:pt>
          <cx:pt idx="4340">112</cx:pt>
          <cx:pt idx="4341">85</cx:pt>
          <cx:pt idx="4342">111</cx:pt>
          <cx:pt idx="4343">149</cx:pt>
          <cx:pt idx="4344">226</cx:pt>
          <cx:pt idx="4345">100</cx:pt>
          <cx:pt idx="4346">139</cx:pt>
          <cx:pt idx="4347">119</cx:pt>
          <cx:pt idx="4348">59</cx:pt>
          <cx:pt idx="4349">75</cx:pt>
          <cx:pt idx="4350">116</cx:pt>
          <cx:pt idx="4351">90</cx:pt>
          <cx:pt idx="4352">95</cx:pt>
          <cx:pt idx="4353">175</cx:pt>
          <cx:pt idx="4354">320</cx:pt>
          <cx:pt idx="4355">98</cx:pt>
          <cx:pt idx="4356">75</cx:pt>
          <cx:pt idx="4357">100</cx:pt>
          <cx:pt idx="4358">83</cx:pt>
          <cx:pt idx="4359">147</cx:pt>
          <cx:pt idx="4360">150</cx:pt>
          <cx:pt idx="4361">164</cx:pt>
          <cx:pt idx="4362">90</cx:pt>
          <cx:pt idx="4363">95</cx:pt>
          <cx:pt idx="4364">120</cx:pt>
          <cx:pt idx="4365">320</cx:pt>
          <cx:pt idx="4366">199</cx:pt>
          <cx:pt idx="4367">180</cx:pt>
          <cx:pt idx="4368">75</cx:pt>
          <cx:pt idx="4369">160</cx:pt>
          <cx:pt idx="4370">75</cx:pt>
          <cx:pt idx="4371">200</cx:pt>
          <cx:pt idx="4372">115</cx:pt>
          <cx:pt idx="4373">120</cx:pt>
          <cx:pt idx="4374">70</cx:pt>
          <cx:pt idx="4375">100</cx:pt>
          <cx:pt idx="4376">97</cx:pt>
          <cx:pt idx="4377">90</cx:pt>
          <cx:pt idx="4378">110</cx:pt>
          <cx:pt idx="4379">70</cx:pt>
          <cx:pt idx="4380">97</cx:pt>
          <cx:pt idx="4381">80</cx:pt>
          <cx:pt idx="4382">185</cx:pt>
          <cx:pt idx="4383">95</cx:pt>
          <cx:pt idx="4384">101</cx:pt>
          <cx:pt idx="4385">120</cx:pt>
          <cx:pt idx="4386">50</cx:pt>
          <cx:pt idx="4387">93</cx:pt>
          <cx:pt idx="4388">149</cx:pt>
          <cx:pt idx="4389">119</cx:pt>
          <cx:pt idx="4390">130</cx:pt>
          <cx:pt idx="4391">210</cx:pt>
          <cx:pt idx="4392">145</cx:pt>
          <cx:pt idx="4393">100</cx:pt>
          <cx:pt idx="4394">120</cx:pt>
          <cx:pt idx="4395">135</cx:pt>
          <cx:pt idx="4396">50</cx:pt>
          <cx:pt idx="4397">104</cx:pt>
          <cx:pt idx="4398">76</cx:pt>
          <cx:pt idx="4399">110</cx:pt>
          <cx:pt idx="4400">110</cx:pt>
          <cx:pt idx="4401">120</cx:pt>
          <cx:pt idx="4402">75</cx:pt>
          <cx:pt idx="4403">119</cx:pt>
          <cx:pt idx="4404">120</cx:pt>
          <cx:pt idx="4405">125</cx:pt>
          <cx:pt idx="4406">100</cx:pt>
          <cx:pt idx="4407">160</cx:pt>
          <cx:pt idx="4408">165</cx:pt>
          <cx:pt idx="4409">61</cx:pt>
          <cx:pt idx="4410">100</cx:pt>
          <cx:pt idx="4411">84</cx:pt>
          <cx:pt idx="4412">160</cx:pt>
          <cx:pt idx="4413">150</cx:pt>
          <cx:pt idx="4414">190</cx:pt>
          <cx:pt idx="4415">130</cx:pt>
          <cx:pt idx="4416">75</cx:pt>
          <cx:pt idx="4417">135</cx:pt>
          <cx:pt idx="4418">100</cx:pt>
          <cx:pt idx="4419">59</cx:pt>
          <cx:pt idx="4420">149</cx:pt>
          <cx:pt idx="4421">35</cx:pt>
          <cx:pt idx="4422">150</cx:pt>
          <cx:pt idx="4423">128</cx:pt>
          <cx:pt idx="4424">83</cx:pt>
          <cx:pt idx="4425">149</cx:pt>
          <cx:pt idx="4426">75</cx:pt>
          <cx:pt idx="4427">83</cx:pt>
          <cx:pt idx="4428">72</cx:pt>
          <cx:pt idx="4429">210</cx:pt>
          <cx:pt idx="4430">100</cx:pt>
          <cx:pt idx="4431">236</cx:pt>
          <cx:pt idx="4432">350</cx:pt>
          <cx:pt idx="4433">89</cx:pt>
          <cx:pt idx="4434">110</cx:pt>
          <cx:pt idx="4435">100</cx:pt>
          <cx:pt idx="4436">243</cx:pt>
          <cx:pt idx="4437">180</cx:pt>
          <cx:pt idx="4438">125</cx:pt>
          <cx:pt idx="4439">110</cx:pt>
          <cx:pt idx="4440">228</cx:pt>
          <cx:pt idx="4441">395</cx:pt>
          <cx:pt idx="4442">100</cx:pt>
          <cx:pt idx="4443">120</cx:pt>
          <cx:pt idx="4444">100</cx:pt>
          <cx:pt idx="4445">95</cx:pt>
          <cx:pt idx="4446">120</cx:pt>
          <cx:pt idx="4447">134</cx:pt>
          <cx:pt idx="4448">100</cx:pt>
          <cx:pt idx="4449">105</cx:pt>
          <cx:pt idx="4450">110</cx:pt>
          <cx:pt idx="4451">120</cx:pt>
          <cx:pt idx="4452">104</cx:pt>
          <cx:pt idx="4453">130</cx:pt>
          <cx:pt idx="4454">129</cx:pt>
          <cx:pt idx="4455">120</cx:pt>
          <cx:pt idx="4456">95</cx:pt>
          <cx:pt idx="4457">245</cx:pt>
          <cx:pt idx="4458">70</cx:pt>
          <cx:pt idx="4459">100</cx:pt>
          <cx:pt idx="4460">149</cx:pt>
          <cx:pt idx="4461">102</cx:pt>
          <cx:pt idx="4462">90</cx:pt>
          <cx:pt idx="4463">80</cx:pt>
          <cx:pt idx="4464">216</cx:pt>
          <cx:pt idx="4465">204</cx:pt>
          <cx:pt idx="4466">153</cx:pt>
          <cx:pt idx="4467">73</cx:pt>
          <cx:pt idx="4468">125</cx:pt>
          <cx:pt idx="4469">90</cx:pt>
          <cx:pt idx="4470">200</cx:pt>
          <cx:pt idx="4471">150</cx:pt>
          <cx:pt idx="4472">299</cx:pt>
          <cx:pt idx="4473">115</cx:pt>
          <cx:pt idx="4474">120</cx:pt>
          <cx:pt idx="4475">125</cx:pt>
          <cx:pt idx="4476">300</cx:pt>
          <cx:pt idx="4477">125</cx:pt>
          <cx:pt idx="4478">125</cx:pt>
          <cx:pt idx="4479">180</cx:pt>
          <cx:pt idx="4480">110</cx:pt>
          <cx:pt idx="4481">130</cx:pt>
          <cx:pt idx="4482">50</cx:pt>
          <cx:pt idx="4483">71</cx:pt>
          <cx:pt idx="4484">70</cx:pt>
          <cx:pt idx="4485">79</cx:pt>
          <cx:pt idx="4486">150</cx:pt>
          <cx:pt idx="4487">100</cx:pt>
          <cx:pt idx="4488">264</cx:pt>
          <cx:pt idx="4489">100</cx:pt>
          <cx:pt idx="4490">195</cx:pt>
          <cx:pt idx="4491">80</cx:pt>
          <cx:pt idx="4492">80</cx:pt>
          <cx:pt idx="4493">90</cx:pt>
          <cx:pt idx="4494">450</cx:pt>
          <cx:pt idx="4495">135</cx:pt>
          <cx:pt idx="4496">80</cx:pt>
          <cx:pt idx="4497">300</cx:pt>
          <cx:pt idx="4498">225</cx:pt>
          <cx:pt idx="4499">110</cx:pt>
          <cx:pt idx="4500">85</cx:pt>
          <cx:pt idx="4501">200</cx:pt>
          <cx:pt idx="4502">120</cx:pt>
          <cx:pt idx="4503">90</cx:pt>
          <cx:pt idx="4504">300</cx:pt>
          <cx:pt idx="4505">120</cx:pt>
          <cx:pt idx="4506">170</cx:pt>
          <cx:pt idx="4507">100</cx:pt>
          <cx:pt idx="4508">115</cx:pt>
          <cx:pt idx="4509">90</cx:pt>
          <cx:pt idx="4510">139</cx:pt>
          <cx:pt idx="4511">125</cx:pt>
          <cx:pt idx="4512">119</cx:pt>
          <cx:pt idx="4513">125</cx:pt>
          <cx:pt idx="4514">150</cx:pt>
          <cx:pt idx="4515">147</cx:pt>
          <cx:pt idx="4516">320</cx:pt>
          <cx:pt idx="4517">59</cx:pt>
          <cx:pt idx="4518">105</cx:pt>
          <cx:pt idx="4519">104</cx:pt>
          <cx:pt idx="4520">153</cx:pt>
          <cx:pt idx="4521">295</cx:pt>
          <cx:pt idx="4522">75</cx:pt>
          <cx:pt idx="4523">220</cx:pt>
          <cx:pt idx="4524">139</cx:pt>
          <cx:pt idx="4525">342</cx:pt>
          <cx:pt idx="4526">195</cx:pt>
          <cx:pt idx="4527">52</cx:pt>
          <cx:pt idx="4528">239</cx:pt>
          <cx:pt idx="4529">240</cx:pt>
          <cx:pt idx="4530">195</cx:pt>
          <cx:pt idx="4531">380</cx:pt>
          <cx:pt idx="4532">110</cx:pt>
          <cx:pt idx="4533">49</cx:pt>
          <cx:pt idx="4534">111</cx:pt>
          <cx:pt idx="4535">140</cx:pt>
          <cx:pt idx="4536">146</cx:pt>
          <cx:pt idx="4537">98</cx:pt>
          <cx:pt idx="4538">199</cx:pt>
          <cx:pt idx="4539">400</cx:pt>
          <cx:pt idx="4540">125</cx:pt>
          <cx:pt idx="4541">186</cx:pt>
          <cx:pt idx="4542">111</cx:pt>
          <cx:pt idx="4543">105</cx:pt>
          <cx:pt idx="4544">115</cx:pt>
          <cx:pt idx="4545">291</cx:pt>
          <cx:pt idx="4546">110</cx:pt>
          <cx:pt idx="4547">60</cx:pt>
          <cx:pt idx="4548">210</cx:pt>
          <cx:pt idx="4549">100</cx:pt>
          <cx:pt idx="4550">350</cx:pt>
          <cx:pt idx="4551">60</cx:pt>
          <cx:pt idx="4552">225</cx:pt>
          <cx:pt idx="4553">95</cx:pt>
          <cx:pt idx="4554">120</cx:pt>
          <cx:pt idx="4555">150</cx:pt>
          <cx:pt idx="4556">96</cx:pt>
          <cx:pt idx="4557">90</cx:pt>
          <cx:pt idx="4558">120</cx:pt>
          <cx:pt idx="4559">187</cx:pt>
          <cx:pt idx="4560">233</cx:pt>
          <cx:pt idx="4561">145</cx:pt>
          <cx:pt idx="4562">185</cx:pt>
          <cx:pt idx="4563">42</cx:pt>
          <cx:pt idx="4564">145</cx:pt>
          <cx:pt idx="4565">150</cx:pt>
          <cx:pt idx="4566">62</cx:pt>
          <cx:pt idx="4567">195</cx:pt>
          <cx:pt idx="4568">104</cx:pt>
          <cx:pt idx="4569">100</cx:pt>
          <cx:pt idx="4570">107</cx:pt>
          <cx:pt idx="4571">101</cx:pt>
          <cx:pt idx="4572">189</cx:pt>
          <cx:pt idx="4573">59</cx:pt>
          <cx:pt idx="4574">119</cx:pt>
          <cx:pt idx="4575">114</cx:pt>
          <cx:pt idx="4576">113</cx:pt>
          <cx:pt idx="4577">95</cx:pt>
          <cx:pt idx="4578">148</cx:pt>
          <cx:pt idx="4579">130</cx:pt>
          <cx:pt idx="4580">123</cx:pt>
          <cx:pt idx="4581">264</cx:pt>
          <cx:pt idx="4582">250</cx:pt>
          <cx:pt idx="4583">144</cx:pt>
          <cx:pt idx="4584">220</cx:pt>
          <cx:pt idx="4585">120</cx:pt>
          <cx:pt idx="4586">180</cx:pt>
          <cx:pt idx="4587">108</cx:pt>
          <cx:pt idx="4588">120</cx:pt>
          <cx:pt idx="4589">125</cx:pt>
          <cx:pt idx="4590">100</cx:pt>
          <cx:pt idx="4591">95</cx:pt>
          <cx:pt idx="4592">164</cx:pt>
          <cx:pt idx="4593">85</cx:pt>
          <cx:pt idx="4594">92</cx:pt>
          <cx:pt idx="4595">325</cx:pt>
          <cx:pt idx="4596">188</cx:pt>
          <cx:pt idx="4597">138</cx:pt>
          <cx:pt idx="4598">71</cx:pt>
          <cx:pt idx="4599">400</cx:pt>
          <cx:pt idx="4600">140</cx:pt>
          <cx:pt idx="4601">140</cx:pt>
          <cx:pt idx="4602">105</cx:pt>
          <cx:pt idx="4603">120</cx:pt>
          <cx:pt idx="4604">107</cx:pt>
          <cx:pt idx="4605">89</cx:pt>
          <cx:pt idx="4606">149</cx:pt>
          <cx:pt idx="4607">98</cx:pt>
          <cx:pt idx="4608">150</cx:pt>
          <cx:pt idx="4609">149</cx:pt>
          <cx:pt idx="4610">66</cx:pt>
          <cx:pt idx="4611">250</cx:pt>
          <cx:pt idx="4612">100</cx:pt>
          <cx:pt idx="4613">104</cx:pt>
          <cx:pt idx="4614">113</cx:pt>
          <cx:pt idx="4615">169</cx:pt>
          <cx:pt idx="4616">115</cx:pt>
          <cx:pt idx="4617">100</cx:pt>
          <cx:pt idx="4618">175</cx:pt>
          <cx:pt idx="4619">130</cx:pt>
          <cx:pt idx="4620">55</cx:pt>
          <cx:pt idx="4621">155</cx:pt>
          <cx:pt idx="4622">110</cx:pt>
          <cx:pt idx="4623">190</cx:pt>
          <cx:pt idx="4624">40</cx:pt>
          <cx:pt idx="4625">150</cx:pt>
          <cx:pt idx="4626">80</cx:pt>
          <cx:pt idx="4627">103</cx:pt>
          <cx:pt idx="4628">104</cx:pt>
          <cx:pt idx="4629">100</cx:pt>
          <cx:pt idx="4630">140</cx:pt>
          <cx:pt idx="4631">90</cx:pt>
          <cx:pt idx="4632">131</cx:pt>
          <cx:pt idx="4633">240</cx:pt>
          <cx:pt idx="4634">106</cx:pt>
          <cx:pt idx="4635">100</cx:pt>
          <cx:pt idx="4636">159</cx:pt>
          <cx:pt idx="4637">130</cx:pt>
          <cx:pt idx="4638">50</cx:pt>
          <cx:pt idx="4639">120</cx:pt>
          <cx:pt idx="4640">99</cx:pt>
          <cx:pt idx="4641">100</cx:pt>
          <cx:pt idx="4642">135</cx:pt>
          <cx:pt idx="4643">180</cx:pt>
          <cx:pt idx="4644">85</cx:pt>
          <cx:pt idx="4645">73</cx:pt>
          <cx:pt idx="4646">150</cx:pt>
          <cx:pt idx="4647">156</cx:pt>
          <cx:pt idx="4648">140</cx:pt>
          <cx:pt idx="4649">414</cx:pt>
          <cx:pt idx="4650">73</cx:pt>
          <cx:pt idx="4651">96</cx:pt>
          <cx:pt idx="4652">200</cx:pt>
          <cx:pt idx="4653">315</cx:pt>
          <cx:pt idx="4654">139</cx:pt>
          <cx:pt idx="4655">95</cx:pt>
          <cx:pt idx="4656">150</cx:pt>
          <cx:pt idx="4657">79</cx:pt>
          <cx:pt idx="4658">120</cx:pt>
          <cx:pt idx="4659">89</cx:pt>
          <cx:pt idx="4660">125</cx:pt>
          <cx:pt idx="4661">169</cx:pt>
          <cx:pt idx="4662">150</cx:pt>
          <cx:pt idx="4663">150</cx:pt>
          <cx:pt idx="4664">65</cx:pt>
          <cx:pt idx="4665">92</cx:pt>
          <cx:pt idx="4666">120</cx:pt>
          <cx:pt idx="4667">135</cx:pt>
          <cx:pt idx="4668">110</cx:pt>
          <cx:pt idx="4669">81</cx:pt>
          <cx:pt idx="4670">57</cx:pt>
          <cx:pt idx="4671">125</cx:pt>
          <cx:pt idx="4672">225</cx:pt>
          <cx:pt idx="4673">100</cx:pt>
          <cx:pt idx="4674">260</cx:pt>
          <cx:pt idx="4675">156</cx:pt>
          <cx:pt idx="4676">110</cx:pt>
          <cx:pt idx="4677">100</cx:pt>
          <cx:pt idx="4678">122</cx:pt>
          <cx:pt idx="4679">69</cx:pt>
          <cx:pt idx="4680">147</cx:pt>
          <cx:pt idx="4681">115</cx:pt>
          <cx:pt idx="4682">130</cx:pt>
          <cx:pt idx="4683">35</cx:pt>
          <cx:pt idx="4684">200</cx:pt>
          <cx:pt idx="4685">90</cx:pt>
          <cx:pt idx="4686">175</cx:pt>
          <cx:pt idx="4687">130</cx:pt>
          <cx:pt idx="4688">320</cx:pt>
          <cx:pt idx="4689">60</cx:pt>
          <cx:pt idx="4690">125</cx:pt>
          <cx:pt idx="4691">139</cx:pt>
          <cx:pt idx="4692">463</cx:pt>
          <cx:pt idx="4693">150</cx:pt>
          <cx:pt idx="4694">150</cx:pt>
          <cx:pt idx="4695">125</cx:pt>
          <cx:pt idx="4696">175</cx:pt>
          <cx:pt idx="4697">123</cx:pt>
          <cx:pt idx="4698">110</cx:pt>
          <cx:pt idx="4699">139</cx:pt>
          <cx:pt idx="4700">75</cx:pt>
          <cx:pt idx="4701">135</cx:pt>
          <cx:pt idx="4702">106</cx:pt>
          <cx:pt idx="4703">70</cx:pt>
          <cx:pt idx="4704">199</cx:pt>
          <cx:pt idx="4705">195</cx:pt>
          <cx:pt idx="4706">80</cx:pt>
          <cx:pt idx="4707">48</cx:pt>
          <cx:pt idx="4708">140</cx:pt>
          <cx:pt idx="4709">75</cx:pt>
          <cx:pt idx="4710">200</cx:pt>
          <cx:pt idx="4711">175</cx:pt>
          <cx:pt idx="4712">90</cx:pt>
          <cx:pt idx="4713">169</cx:pt>
          <cx:pt idx="4714">220</cx:pt>
          <cx:pt idx="4715">95</cx:pt>
          <cx:pt idx="4716">210</cx:pt>
          <cx:pt idx="4717">200</cx:pt>
          <cx:pt idx="4718">60</cx:pt>
          <cx:pt idx="4719">220</cx:pt>
          <cx:pt idx="4720">250</cx:pt>
          <cx:pt idx="4721">80</cx:pt>
          <cx:pt idx="4722">162</cx:pt>
          <cx:pt idx="4723">115</cx:pt>
          <cx:pt idx="4724">179</cx:pt>
          <cx:pt idx="4725">240</cx:pt>
          <cx:pt idx="4726">136</cx:pt>
          <cx:pt idx="4727">119</cx:pt>
          <cx:pt idx="4728">122</cx:pt>
          <cx:pt idx="4729">290</cx:pt>
          <cx:pt idx="4730">153</cx:pt>
          <cx:pt idx="4731">234</cx:pt>
          <cx:pt idx="4732">95</cx:pt>
          <cx:pt idx="4733">75</cx:pt>
          <cx:pt idx="4734">75</cx:pt>
          <cx:pt idx="4735">110</cx:pt>
          <cx:pt idx="4736">175</cx:pt>
          <cx:pt idx="4737">103</cx:pt>
          <cx:pt idx="4738">100</cx:pt>
          <cx:pt idx="4739">74</cx:pt>
          <cx:pt idx="4740">75</cx:pt>
          <cx:pt idx="4741">175</cx:pt>
          <cx:pt idx="4742">79</cx:pt>
          <cx:pt idx="4743">185</cx:pt>
          <cx:pt idx="4744">180</cx:pt>
          <cx:pt idx="4745">180</cx:pt>
          <cx:pt idx="4746">225</cx:pt>
          <cx:pt idx="4747">149</cx:pt>
          <cx:pt idx="4748">100</cx:pt>
          <cx:pt idx="4749">79</cx:pt>
          <cx:pt idx="4750">175</cx:pt>
          <cx:pt idx="4751">100</cx:pt>
          <cx:pt idx="4752">229</cx:pt>
          <cx:pt idx="4753">160</cx:pt>
          <cx:pt idx="4754">170</cx:pt>
          <cx:pt idx="4755">150</cx:pt>
          <cx:pt idx="4756">65</cx:pt>
          <cx:pt idx="4757">100</cx:pt>
          <cx:pt idx="4758">175</cx:pt>
          <cx:pt idx="4759">120</cx:pt>
          <cx:pt idx="4760">190</cx:pt>
          <cx:pt idx="4761">95</cx:pt>
          <cx:pt idx="4762">90</cx:pt>
          <cx:pt idx="4763">115</cx:pt>
          <cx:pt idx="4764">150</cx:pt>
          <cx:pt idx="4765">122</cx:pt>
          <cx:pt idx="4766">150</cx:pt>
          <cx:pt idx="4767">50</cx:pt>
          <cx:pt idx="4768">224</cx:pt>
          <cx:pt idx="4769">58</cx:pt>
          <cx:pt idx="4770">80</cx:pt>
          <cx:pt idx="4771">102</cx:pt>
          <cx:pt idx="4772">90</cx:pt>
          <cx:pt idx="4773">185</cx:pt>
          <cx:pt idx="4774">225</cx:pt>
          <cx:pt idx="4775">200</cx:pt>
          <cx:pt idx="4776">180</cx:pt>
          <cx:pt idx="4777">110</cx:pt>
          <cx:pt idx="4778">175</cx:pt>
          <cx:pt idx="4779">140</cx:pt>
          <cx:pt idx="4780">100</cx:pt>
          <cx:pt idx="4781">65</cx:pt>
          <cx:pt idx="4782">149</cx:pt>
          <cx:pt idx="4783">127</cx:pt>
          <cx:pt idx="4784">120</cx:pt>
          <cx:pt idx="4785">150</cx:pt>
          <cx:pt idx="4786">130</cx:pt>
          <cx:pt idx="4787">130</cx:pt>
          <cx:pt idx="4788">65</cx:pt>
          <cx:pt idx="4789">150</cx:pt>
          <cx:pt idx="4790">100</cx:pt>
          <cx:pt idx="4791">164</cx:pt>
          <cx:pt idx="4792">175</cx:pt>
          <cx:pt idx="4793">90</cx:pt>
          <cx:pt idx="4794">135</cx:pt>
          <cx:pt idx="4795">141</cx:pt>
          <cx:pt idx="4796">149</cx:pt>
          <cx:pt idx="4797">193</cx:pt>
          <cx:pt idx="4798">106</cx:pt>
          <cx:pt idx="4799">100</cx:pt>
          <cx:pt idx="4800">120</cx:pt>
          <cx:pt idx="4801">111</cx:pt>
          <cx:pt idx="4802">185</cx:pt>
          <cx:pt idx="4803">79</cx:pt>
          <cx:pt idx="4804">170</cx:pt>
          <cx:pt idx="4805">109</cx:pt>
          <cx:pt idx="4806">167</cx:pt>
          <cx:pt idx="4807">95</cx:pt>
          <cx:pt idx="4808">90</cx:pt>
          <cx:pt idx="4809">145</cx:pt>
          <cx:pt idx="4810">200</cx:pt>
          <cx:pt idx="4811">230</cx:pt>
          <cx:pt idx="4812">128</cx:pt>
          <cx:pt idx="4813">70</cx:pt>
          <cx:pt idx="4814">59</cx:pt>
          <cx:pt idx="4815">75</cx:pt>
          <cx:pt idx="4816">199</cx:pt>
          <cx:pt idx="4817">135</cx:pt>
          <cx:pt idx="4818">150</cx:pt>
          <cx:pt idx="4819">130</cx:pt>
          <cx:pt idx="4820">450</cx:pt>
          <cx:pt idx="4821">200</cx:pt>
          <cx:pt idx="4822">250</cx:pt>
          <cx:pt idx="4823">260</cx:pt>
          <cx:pt idx="4824">79</cx:pt>
          <cx:pt idx="4825">41</cx:pt>
          <cx:pt idx="4826">77</cx:pt>
          <cx:pt idx="4827">220</cx:pt>
          <cx:pt idx="4828">210</cx:pt>
          <cx:pt idx="4829">199</cx:pt>
          <cx:pt idx="4830">40</cx:pt>
          <cx:pt idx="4831">400</cx:pt>
          <cx:pt idx="4832">123</cx:pt>
          <cx:pt idx="4833">139</cx:pt>
          <cx:pt idx="4834">112</cx:pt>
          <cx:pt idx="4835">32</cx:pt>
          <cx:pt idx="4836">165</cx:pt>
          <cx:pt idx="4837">176</cx:pt>
          <cx:pt idx="4838">135</cx:pt>
          <cx:pt idx="4839">80</cx:pt>
          <cx:pt idx="4840">61</cx:pt>
          <cx:pt idx="4841">150</cx:pt>
          <cx:pt idx="4842">150</cx:pt>
          <cx:pt idx="4843">60</cx:pt>
          <cx:pt idx="4844">110</cx:pt>
          <cx:pt idx="4845">88</cx:pt>
          <cx:pt idx="4846">125</cx:pt>
          <cx:pt idx="4847">79</cx:pt>
          <cx:pt idx="4848">90</cx:pt>
          <cx:pt idx="4849">229</cx:pt>
          <cx:pt idx="4850">109</cx:pt>
          <cx:pt idx="4851">95</cx:pt>
          <cx:pt idx="4852">188</cx:pt>
          <cx:pt idx="4853">250</cx:pt>
          <cx:pt idx="4854">80</cx:pt>
          <cx:pt idx="4855">130</cx:pt>
          <cx:pt idx="4856">260</cx:pt>
          <cx:pt idx="4857">77</cx:pt>
          <cx:pt idx="4858">85</cx:pt>
          <cx:pt idx="4859">180</cx:pt>
          <cx:pt idx="4860">122</cx:pt>
          <cx:pt idx="4861">42</cx:pt>
          <cx:pt idx="4862">99</cx:pt>
          <cx:pt idx="4863">50</cx:pt>
          <cx:pt idx="4864">45</cx:pt>
          <cx:pt idx="4865">95</cx:pt>
          <cx:pt idx="4866">400</cx:pt>
          <cx:pt idx="4867">180</cx:pt>
          <cx:pt idx="4868">199</cx:pt>
          <cx:pt idx="4869">120</cx:pt>
          <cx:pt idx="4870">140</cx:pt>
          <cx:pt idx="4871">100</cx:pt>
          <cx:pt idx="4872">149</cx:pt>
          <cx:pt idx="4873">299</cx:pt>
          <cx:pt idx="4874">150</cx:pt>
          <cx:pt idx="4875">150</cx:pt>
          <cx:pt idx="4876">131</cx:pt>
          <cx:pt idx="4877">180</cx:pt>
          <cx:pt idx="4878">225</cx:pt>
          <cx:pt idx="4879">135</cx:pt>
          <cx:pt idx="4880">207</cx:pt>
          <cx:pt idx="4881">81</cx:pt>
          <cx:pt idx="4882">150</cx:pt>
          <cx:pt idx="4883">198</cx:pt>
          <cx:pt idx="4884">137</cx:pt>
          <cx:pt idx="4885">90</cx:pt>
          <cx:pt idx="4886">75</cx:pt>
          <cx:pt idx="4887">110</cx:pt>
          <cx:pt idx="4888">55</cx:pt>
          <cx:pt idx="4889">193</cx:pt>
          <cx:pt idx="4890">169</cx:pt>
          <cx:pt idx="4891">145</cx:pt>
          <cx:pt idx="4892">500</cx:pt>
          <cx:pt idx="4893">140</cx:pt>
          <cx:pt idx="4894">125</cx:pt>
          <cx:pt idx="4895">125</cx:pt>
          <cx:pt idx="4896">100</cx:pt>
          <cx:pt idx="4897">76</cx:pt>
          <cx:pt idx="4898">50</cx:pt>
          <cx:pt idx="4899">155</cx:pt>
          <cx:pt idx="4900">150</cx:pt>
          <cx:pt idx="4901">60</cx:pt>
          <cx:pt idx="4902">110</cx:pt>
          <cx:pt idx="4903">125</cx:pt>
          <cx:pt idx="4904">35</cx:pt>
          <cx:pt idx="4905">130</cx:pt>
          <cx:pt idx="4906">100</cx:pt>
          <cx:pt idx="4907">80</cx:pt>
          <cx:pt idx="4908">120</cx:pt>
          <cx:pt idx="4909">80</cx:pt>
          <cx:pt idx="4910">90</cx:pt>
          <cx:pt idx="4911">140</cx:pt>
          <cx:pt idx="4912">95</cx:pt>
          <cx:pt idx="4913">200</cx:pt>
          <cx:pt idx="4914">85</cx:pt>
          <cx:pt idx="4915">126</cx:pt>
          <cx:pt idx="4916">145</cx:pt>
          <cx:pt idx="4917">190</cx:pt>
          <cx:pt idx="4918">110</cx:pt>
          <cx:pt idx="4919">125</cx:pt>
          <cx:pt idx="4920">131</cx:pt>
          <cx:pt idx="4921">135</cx:pt>
          <cx:pt idx="4922">299</cx:pt>
          <cx:pt idx="4923">95</cx:pt>
          <cx:pt idx="4924">220</cx:pt>
          <cx:pt idx="4925">150</cx:pt>
          <cx:pt idx="4926">100</cx:pt>
          <cx:pt idx="4927">114</cx:pt>
          <cx:pt idx="4928">85</cx:pt>
          <cx:pt idx="4929">120</cx:pt>
          <cx:pt idx="4930">150</cx:pt>
          <cx:pt idx="4931">92</cx:pt>
          <cx:pt idx="4932">130</cx:pt>
          <cx:pt idx="4933">111</cx:pt>
          <cx:pt idx="4934">160</cx:pt>
          <cx:pt idx="4935">132</cx:pt>
          <cx:pt idx="4936">180</cx:pt>
          <cx:pt idx="4937">86</cx:pt>
          <cx:pt idx="4938">55</cx:pt>
          <cx:pt idx="4939">100</cx:pt>
          <cx:pt idx="4940">145</cx:pt>
          <cx:pt idx="4941">129</cx:pt>
          <cx:pt idx="4942">49</cx:pt>
          <cx:pt idx="4943">95</cx:pt>
          <cx:pt idx="4944">120</cx:pt>
          <cx:pt idx="4945">290</cx:pt>
          <cx:pt idx="4946">120</cx:pt>
          <cx:pt idx="4947">98</cx:pt>
          <cx:pt idx="4948">180</cx:pt>
          <cx:pt idx="4949">80</cx:pt>
          <cx:pt idx="4950">69</cx:pt>
          <cx:pt idx="4951">80</cx:pt>
          <cx:pt idx="4952">235</cx:pt>
          <cx:pt idx="4953">150</cx:pt>
          <cx:pt idx="4954">100</cx:pt>
          <cx:pt idx="4955">75</cx:pt>
          <cx:pt idx="4956">111</cx:pt>
          <cx:pt idx="4957">125</cx:pt>
          <cx:pt idx="4958">131</cx:pt>
          <cx:pt idx="4959">401</cx:pt>
          <cx:pt idx="4960">120</cx:pt>
          <cx:pt idx="4961">99</cx:pt>
          <cx:pt idx="4962">150</cx:pt>
          <cx:pt idx="4963">350</cx:pt>
          <cx:pt idx="4964">150</cx:pt>
          <cx:pt idx="4965">120</cx:pt>
          <cx:pt idx="4966">170</cx:pt>
          <cx:pt idx="4967">150</cx:pt>
          <cx:pt idx="4968">200</cx:pt>
          <cx:pt idx="4969">100</cx:pt>
          <cx:pt idx="4970">75</cx:pt>
          <cx:pt idx="4971">299</cx:pt>
          <cx:pt idx="4972">122</cx:pt>
          <cx:pt idx="4973">80</cx:pt>
          <cx:pt idx="4974">175</cx:pt>
          <cx:pt idx="4975">156</cx:pt>
          <cx:pt idx="4976">160</cx:pt>
          <cx:pt idx="4977">83</cx:pt>
          <cx:pt idx="4978">150</cx:pt>
          <cx:pt idx="4979">110</cx:pt>
          <cx:pt idx="4980">130</cx:pt>
          <cx:pt idx="4981">115</cx:pt>
          <cx:pt idx="4982">250</cx:pt>
          <cx:pt idx="4983">90</cx:pt>
          <cx:pt idx="4984">250</cx:pt>
          <cx:pt idx="4985">110</cx:pt>
          <cx:pt idx="4986">200</cx:pt>
          <cx:pt idx="4987">500</cx:pt>
          <cx:pt idx="4988">50</cx:pt>
          <cx:pt idx="4989">95</cx:pt>
          <cx:pt idx="4990">116</cx:pt>
          <cx:pt idx="4991">225</cx:pt>
          <cx:pt idx="4992">210</cx:pt>
          <cx:pt idx="4993">139</cx:pt>
          <cx:pt idx="4994">145</cx:pt>
          <cx:pt idx="4995">47</cx:pt>
          <cx:pt idx="4996">90</cx:pt>
          <cx:pt idx="4997">85</cx:pt>
          <cx:pt idx="4998">129</cx:pt>
          <cx:pt idx="4999">110</cx:pt>
          <cx:pt idx="5000">175</cx:pt>
          <cx:pt idx="5001">250</cx:pt>
          <cx:pt idx="5002">125</cx:pt>
          <cx:pt idx="5003">150</cx:pt>
          <cx:pt idx="5004">421</cx:pt>
          <cx:pt idx="5005">100</cx:pt>
          <cx:pt idx="5006">145</cx:pt>
          <cx:pt idx="5007">129</cx:pt>
          <cx:pt idx="5008">100</cx:pt>
          <cx:pt idx="5009">120</cx:pt>
          <cx:pt idx="5010">110</cx:pt>
          <cx:pt idx="5011">275</cx:pt>
          <cx:pt idx="5012">130</cx:pt>
          <cx:pt idx="5013">124</cx:pt>
          <cx:pt idx="5014">115</cx:pt>
          <cx:pt idx="5015">37</cx:pt>
          <cx:pt idx="5016">150</cx:pt>
          <cx:pt idx="5017">120</cx:pt>
          <cx:pt idx="5018">60</cx:pt>
          <cx:pt idx="5019">100</cx:pt>
          <cx:pt idx="5020">110</cx:pt>
          <cx:pt idx="5021">100</cx:pt>
          <cx:pt idx="5022">85</cx:pt>
          <cx:pt idx="5023">80</cx:pt>
          <cx:pt idx="5024">280</cx:pt>
          <cx:pt idx="5025">85</cx:pt>
          <cx:pt idx="5026">95</cx:pt>
          <cx:pt idx="5027">89</cx:pt>
          <cx:pt idx="5028">99</cx:pt>
          <cx:pt idx="5029">135</cx:pt>
          <cx:pt idx="5030">100</cx:pt>
          <cx:pt idx="5031">170</cx:pt>
          <cx:pt idx="5032">99</cx:pt>
          <cx:pt idx="5033">26</cx:pt>
          <cx:pt idx="5034">99</cx:pt>
          <cx:pt idx="5035">130</cx:pt>
          <cx:pt idx="5036">125</cx:pt>
          <cx:pt idx="5037">150</cx:pt>
          <cx:pt idx="5038">125</cx:pt>
          <cx:pt idx="5039">118</cx:pt>
          <cx:pt idx="5040">158</cx:pt>
          <cx:pt idx="5041">175</cx:pt>
          <cx:pt idx="5042">125</cx:pt>
          <cx:pt idx="5043">69</cx:pt>
          <cx:pt idx="5044">131</cx:pt>
          <cx:pt idx="5045">150</cx:pt>
          <cx:pt idx="5046">123</cx:pt>
          <cx:pt idx="5047">85</cx:pt>
          <cx:pt idx="5048">66</cx:pt>
          <cx:pt idx="5049">65</cx:pt>
          <cx:pt idx="5050">80</cx:pt>
          <cx:pt idx="5051">100</cx:pt>
          <cx:pt idx="5052">60</cx:pt>
          <cx:pt idx="5053">179</cx:pt>
          <cx:pt idx="5054">120</cx:pt>
          <cx:pt idx="5055">120</cx:pt>
          <cx:pt idx="5056">153</cx:pt>
          <cx:pt idx="5057">348</cx:pt>
          <cx:pt idx="5058">75</cx:pt>
          <cx:pt idx="5059">99</cx:pt>
          <cx:pt idx="5060">50</cx:pt>
          <cx:pt idx="5061">110</cx:pt>
          <cx:pt idx="5062">92</cx:pt>
          <cx:pt idx="5063">300</cx:pt>
          <cx:pt idx="5064">103</cx:pt>
          <cx:pt idx="5065">82</cx:pt>
          <cx:pt idx="5066">133</cx:pt>
          <cx:pt idx="5067">36</cx:pt>
          <cx:pt idx="5068">140</cx:pt>
          <cx:pt idx="5069">85</cx:pt>
          <cx:pt idx="5070">102</cx:pt>
          <cx:pt idx="5071">60</cx:pt>
          <cx:pt idx="5072">205</cx:pt>
          <cx:pt idx="5073">90</cx:pt>
          <cx:pt idx="5074">205</cx:pt>
          <cx:pt idx="5075">85</cx:pt>
          <cx:pt idx="5076">90</cx:pt>
          <cx:pt idx="5077">159</cx:pt>
          <cx:pt idx="5078">240</cx:pt>
          <cx:pt idx="5079">85</cx:pt>
          <cx:pt idx="5080">49</cx:pt>
          <cx:pt idx="5081">80</cx:pt>
          <cx:pt idx="5082">119</cx:pt>
          <cx:pt idx="5083">99</cx:pt>
          <cx:pt idx="5084">100</cx:pt>
          <cx:pt idx="5085">123</cx:pt>
          <cx:pt idx="5086">150</cx:pt>
          <cx:pt idx="5087">120</cx:pt>
          <cx:pt idx="5088">150</cx:pt>
          <cx:pt idx="5089">80</cx:pt>
          <cx:pt idx="5090">90</cx:pt>
          <cx:pt idx="5091">130</cx:pt>
          <cx:pt idx="5092">100</cx:pt>
          <cx:pt idx="5093">89</cx:pt>
          <cx:pt idx="5094">135</cx:pt>
          <cx:pt idx="5095">190</cx:pt>
          <cx:pt idx="5096">175</cx:pt>
          <cx:pt idx="5097">125</cx:pt>
          <cx:pt idx="5098">400</cx:pt>
          <cx:pt idx="5099">138</cx:pt>
          <cx:pt idx="5100">175</cx:pt>
          <cx:pt idx="5101">140</cx:pt>
          <cx:pt idx="5102">199</cx:pt>
          <cx:pt idx="5103">110</cx:pt>
          <cx:pt idx="5104">126</cx:pt>
          <cx:pt idx="5105">75</cx:pt>
          <cx:pt idx="5106">175</cx:pt>
          <cx:pt idx="5107">140</cx:pt>
          <cx:pt idx="5108">70</cx:pt>
          <cx:pt idx="5109">50</cx:pt>
          <cx:pt idx="5110">90</cx:pt>
          <cx:pt idx="5111">95</cx:pt>
          <cx:pt idx="5112">157</cx:pt>
          <cx:pt idx="5113">95</cx:pt>
          <cx:pt idx="5114">109</cx:pt>
          <cx:pt idx="5115">250</cx:pt>
          <cx:pt idx="5116">180</cx:pt>
          <cx:pt idx="5117">130</cx:pt>
          <cx:pt idx="5118">120</cx:pt>
          <cx:pt idx="5119">35</cx:pt>
          <cx:pt idx="5120">120</cx:pt>
          <cx:pt idx="5121">229</cx:pt>
          <cx:pt idx="5122">120</cx:pt>
          <cx:pt idx="5123">120</cx:pt>
          <cx:pt idx="5124">81</cx:pt>
          <cx:pt idx="5125">75</cx:pt>
          <cx:pt idx="5126">86</cx:pt>
          <cx:pt idx="5127">30</cx:pt>
          <cx:pt idx="5128">125</cx:pt>
          <cx:pt idx="5129">150</cx:pt>
          <cx:pt idx="5130">160</cx:pt>
          <cx:pt idx="5131">110</cx:pt>
          <cx:pt idx="5132">150</cx:pt>
          <cx:pt idx="5133">50</cx:pt>
          <cx:pt idx="5134">103</cx:pt>
          <cx:pt idx="5135">90</cx:pt>
          <cx:pt idx="5136">100</cx:pt>
          <cx:pt idx="5137">109</cx:pt>
          <cx:pt idx="5138">199</cx:pt>
          <cx:pt idx="5139">110</cx:pt>
          <cx:pt idx="5140">110</cx:pt>
          <cx:pt idx="5141">150</cx:pt>
          <cx:pt idx="5142">157</cx:pt>
          <cx:pt idx="5143">45</cx:pt>
          <cx:pt idx="5144">130</cx:pt>
          <cx:pt idx="5145">69</cx:pt>
          <cx:pt idx="5146">400</cx:pt>
          <cx:pt idx="5147">158</cx:pt>
          <cx:pt idx="5148">150</cx:pt>
          <cx:pt idx="5149">100</cx:pt>
          <cx:pt idx="5150">71</cx:pt>
          <cx:pt idx="5151">61</cx:pt>
          <cx:pt idx="5152">149</cx:pt>
          <cx:pt idx="5153">66</cx:pt>
          <cx:pt idx="5154">79</cx:pt>
          <cx:pt idx="5155">390</cx:pt>
          <cx:pt idx="5156">199</cx:pt>
          <cx:pt idx="5157">78</cx:pt>
          <cx:pt idx="5158">98</cx:pt>
          <cx:pt idx="5159">150</cx:pt>
          <cx:pt idx="5160">82</cx:pt>
          <cx:pt idx="5161">150</cx:pt>
          <cx:pt idx="5162">95</cx:pt>
          <cx:pt idx="5163">158</cx:pt>
          <cx:pt idx="5164">150</cx:pt>
          <cx:pt idx="5165">100</cx:pt>
          <cx:pt idx="5166">150</cx:pt>
          <cx:pt idx="5167">65</cx:pt>
          <cx:pt idx="5168">85</cx:pt>
          <cx:pt idx="5169">93</cx:pt>
          <cx:pt idx="5170">125</cx:pt>
          <cx:pt idx="5171">71</cx:pt>
          <cx:pt idx="5172">203</cx:pt>
          <cx:pt idx="5173">161</cx:pt>
          <cx:pt idx="5174">125</cx:pt>
          <cx:pt idx="5175">99</cx:pt>
          <cx:pt idx="5176">340</cx:pt>
          <cx:pt idx="5177">99</cx:pt>
          <cx:pt idx="5178">79</cx:pt>
          <cx:pt idx="5179">70</cx:pt>
          <cx:pt idx="5180">80</cx:pt>
          <cx:pt idx="5181">105</cx:pt>
          <cx:pt idx="5182">98</cx:pt>
          <cx:pt idx="5183">109</cx:pt>
          <cx:pt idx="5184">80</cx:pt>
          <cx:pt idx="5185">200</cx:pt>
          <cx:pt idx="5186">65</cx:pt>
          <cx:pt idx="5187">99</cx:pt>
          <cx:pt idx="5188">99</cx:pt>
          <cx:pt idx="5189">95</cx:pt>
          <cx:pt idx="5190">100</cx:pt>
          <cx:pt idx="5191">91</cx:pt>
          <cx:pt idx="5192">110</cx:pt>
          <cx:pt idx="5193">85</cx:pt>
          <cx:pt idx="5194">111</cx:pt>
          <cx:pt idx="5195">190</cx:pt>
          <cx:pt idx="5196">140</cx:pt>
          <cx:pt idx="5197">59</cx:pt>
          <cx:pt idx="5198">100</cx:pt>
          <cx:pt idx="5199">89</cx:pt>
          <cx:pt idx="5200">72</cx:pt>
          <cx:pt idx="5201">150</cx:pt>
          <cx:pt idx="5202">132</cx:pt>
          <cx:pt idx="5203">132</cx:pt>
          <cx:pt idx="5204">117</cx:pt>
          <cx:pt idx="5205">130</cx:pt>
          <cx:pt idx="5206">150</cx:pt>
          <cx:pt idx="5207">63</cx:pt>
          <cx:pt idx="5208">125</cx:pt>
          <cx:pt idx="5209">224</cx:pt>
          <cx:pt idx="5210">225</cx:pt>
          <cx:pt idx="5211">130</cx:pt>
          <cx:pt idx="5212">110</cx:pt>
          <cx:pt idx="5213">240</cx:pt>
          <cx:pt idx="5214">75</cx:pt>
          <cx:pt idx="5215">89</cx:pt>
          <cx:pt idx="5216">79</cx:pt>
          <cx:pt idx="5217">142</cx:pt>
          <cx:pt idx="5218">180</cx:pt>
          <cx:pt idx="5219">80</cx:pt>
          <cx:pt idx="5220">195</cx:pt>
          <cx:pt idx="5221">130</cx:pt>
          <cx:pt idx="5222">130</cx:pt>
          <cx:pt idx="5223">79</cx:pt>
          <cx:pt idx="5224">60</cx:pt>
          <cx:pt idx="5225">95</cx:pt>
          <cx:pt idx="5226">110</cx:pt>
          <cx:pt idx="5227">50</cx:pt>
          <cx:pt idx="5228">150</cx:pt>
          <cx:pt idx="5229">46</cx:pt>
          <cx:pt idx="5230">62</cx:pt>
          <cx:pt idx="5231">129</cx:pt>
          <cx:pt idx="5232">175</cx:pt>
          <cx:pt idx="5233">180</cx:pt>
          <cx:pt idx="5234">110</cx:pt>
          <cx:pt idx="5235">104</cx:pt>
          <cx:pt idx="5236">80</cx:pt>
          <cx:pt idx="5237">70</cx:pt>
          <cx:pt idx="5238">200</cx:pt>
          <cx:pt idx="5239">125</cx:pt>
          <cx:pt idx="5240">125</cx:pt>
          <cx:pt idx="5241">110</cx:pt>
          <cx:pt idx="5242">200</cx:pt>
          <cx:pt idx="5243">425</cx:pt>
          <cx:pt idx="5244">150</cx:pt>
          <cx:pt idx="5245">210</cx:pt>
          <cx:pt idx="5246">149</cx:pt>
          <cx:pt idx="5247">145</cx:pt>
          <cx:pt idx="5248">95</cx:pt>
          <cx:pt idx="5249">120</cx:pt>
          <cx:pt idx="5250">130</cx:pt>
          <cx:pt idx="5251">75</cx:pt>
          <cx:pt idx="5252">91</cx:pt>
          <cx:pt idx="5253">100</cx:pt>
          <cx:pt idx="5254">65</cx:pt>
          <cx:pt idx="5255">166</cx:pt>
          <cx:pt idx="5256">101</cx:pt>
          <cx:pt idx="5257">91</cx:pt>
          <cx:pt idx="5258">75</cx:pt>
          <cx:pt idx="5259">70</cx:pt>
          <cx:pt idx="5260">110</cx:pt>
          <cx:pt idx="5261">80</cx:pt>
          <cx:pt idx="5262">105</cx:pt>
          <cx:pt idx="5263">75</cx:pt>
          <cx:pt idx="5264">194</cx:pt>
          <cx:pt idx="5265">65</cx:pt>
          <cx:pt idx="5266">139</cx:pt>
          <cx:pt idx="5267">170</cx:pt>
          <cx:pt idx="5268">165</cx:pt>
          <cx:pt idx="5269">100</cx:pt>
          <cx:pt idx="5270">90</cx:pt>
          <cx:pt idx="5271">80</cx:pt>
          <cx:pt idx="5272">247</cx:pt>
          <cx:pt idx="5273">150</cx:pt>
          <cx:pt idx="5274">80</cx:pt>
          <cx:pt idx="5275">85</cx:pt>
          <cx:pt idx="5276">95</cx:pt>
          <cx:pt idx="5277">130</cx:pt>
          <cx:pt idx="5278">200</cx:pt>
          <cx:pt idx="5279">100</cx:pt>
          <cx:pt idx="5280">215</cx:pt>
          <cx:pt idx="5281">60</cx:pt>
          <cx:pt idx="5282">117</cx:pt>
          <cx:pt idx="5283">220</cx:pt>
          <cx:pt idx="5284">98</cx:pt>
          <cx:pt idx="5285">90</cx:pt>
          <cx:pt idx="5286">130</cx:pt>
          <cx:pt idx="5287">95</cx:pt>
          <cx:pt idx="5288">210</cx:pt>
          <cx:pt idx="5289">150</cx:pt>
          <cx:pt idx="5290">100</cx:pt>
          <cx:pt idx="5291">160</cx:pt>
          <cx:pt idx="5292">110</cx:pt>
          <cx:pt idx="5293">99</cx:pt>
          <cx:pt idx="5294">111</cx:pt>
          <cx:pt idx="5295">80</cx:pt>
          <cx:pt idx="5296">135</cx:pt>
          <cx:pt idx="5297">17</cx:pt>
          <cx:pt idx="5298">99</cx:pt>
          <cx:pt idx="5299">372</cx:pt>
          <cx:pt idx="5300">245</cx:pt>
          <cx:pt idx="5301">135</cx:pt>
          <cx:pt idx="5302">85</cx:pt>
          <cx:pt idx="5303">199</cx:pt>
          <cx:pt idx="5304">100</cx:pt>
          <cx:pt idx="5305">140</cx:pt>
          <cx:pt idx="5306">160</cx:pt>
          <cx:pt idx="5307">112</cx:pt>
          <cx:pt idx="5308">237</cx:pt>
          <cx:pt idx="5309">122</cx:pt>
          <cx:pt idx="5310">120</cx:pt>
          <cx:pt idx="5311">121</cx:pt>
          <cx:pt idx="5312">200</cx:pt>
          <cx:pt idx="5313">75</cx:pt>
          <cx:pt idx="5314">190</cx:pt>
          <cx:pt idx="5315">35</cx:pt>
          <cx:pt idx="5316">170</cx:pt>
          <cx:pt idx="5317">100</cx:pt>
          <cx:pt idx="5318">40</cx:pt>
          <cx:pt idx="5319">138</cx:pt>
          <cx:pt idx="5320">126</cx:pt>
          <cx:pt idx="5321">175</cx:pt>
          <cx:pt idx="5322">192</cx:pt>
          <cx:pt idx="5323">55</cx:pt>
          <cx:pt idx="5324">120</cx:pt>
          <cx:pt idx="5325">180</cx:pt>
          <cx:pt idx="5326">80</cx:pt>
          <cx:pt idx="5327">100</cx:pt>
          <cx:pt idx="5328">150</cx:pt>
          <cx:pt idx="5329">100</cx:pt>
          <cx:pt idx="5330">50</cx:pt>
          <cx:pt idx="5331">70</cx:pt>
          <cx:pt idx="5332">50</cx:pt>
          <cx:pt idx="5333">99</cx:pt>
          <cx:pt idx="5334">220</cx:pt>
          <cx:pt idx="5335">90</cx:pt>
          <cx:pt idx="5336">130</cx:pt>
          <cx:pt idx="5337">75</cx:pt>
          <cx:pt idx="5338">108</cx:pt>
          <cx:pt idx="5339">60</cx:pt>
          <cx:pt idx="5340">110</cx:pt>
          <cx:pt idx="5341">195</cx:pt>
          <cx:pt idx="5342">151</cx:pt>
          <cx:pt idx="5343">199</cx:pt>
          <cx:pt idx="5344">150</cx:pt>
          <cx:pt idx="5345">125</cx:pt>
          <cx:pt idx="5346">99</cx:pt>
          <cx:pt idx="5347">200</cx:pt>
          <cx:pt idx="5348">28</cx:pt>
          <cx:pt idx="5349">90</cx:pt>
          <cx:pt idx="5350">155</cx:pt>
          <cx:pt idx="5351">62</cx:pt>
          <cx:pt idx="5352">70</cx:pt>
          <cx:pt idx="5353">120</cx:pt>
          <cx:pt idx="5354">160</cx:pt>
          <cx:pt idx="5355">99</cx:pt>
          <cx:pt idx="5356">178</cx:pt>
          <cx:pt idx="5357">60</cx:pt>
          <cx:pt idx="5358">105</cx:pt>
          <cx:pt idx="5359">79</cx:pt>
          <cx:pt idx="5360">55</cx:pt>
          <cx:pt idx="5361">89</cx:pt>
          <cx:pt idx="5362">80</cx:pt>
          <cx:pt idx="5363">140</cx:pt>
          <cx:pt idx="5364">110</cx:pt>
          <cx:pt idx="5365">70</cx:pt>
          <cx:pt idx="5366">198</cx:pt>
          <cx:pt idx="5367">75</cx:pt>
          <cx:pt idx="5368">100</cx:pt>
          <cx:pt idx="5369">76</cx:pt>
          <cx:pt idx="5370">105</cx:pt>
          <cx:pt idx="5371">99</cx:pt>
          <cx:pt idx="5372">186</cx:pt>
          <cx:pt idx="5373">110</cx:pt>
          <cx:pt idx="5374">120</cx:pt>
          <cx:pt idx="5375">100</cx:pt>
          <cx:pt idx="5376">75</cx:pt>
          <cx:pt idx="5377">85</cx:pt>
          <cx:pt idx="5378">299</cx:pt>
          <cx:pt idx="5379">123</cx:pt>
          <cx:pt idx="5380">377</cx:pt>
          <cx:pt idx="5381">100</cx:pt>
          <cx:pt idx="5382">65</cx:pt>
          <cx:pt idx="5383">84</cx:pt>
          <cx:pt idx="5384">110</cx:pt>
          <cx:pt idx="5385">50</cx:pt>
          <cx:pt idx="5386">350</cx:pt>
          <cx:pt idx="5387">350</cx:pt>
          <cx:pt idx="5388">75</cx:pt>
          <cx:pt idx="5389">90</cx:pt>
          <cx:pt idx="5390">111</cx:pt>
          <cx:pt idx="5391">63</cx:pt>
          <cx:pt idx="5392">271</cx:pt>
          <cx:pt idx="5393">395</cx:pt>
          <cx:pt idx="5394">107</cx:pt>
          <cx:pt idx="5395">120</cx:pt>
          <cx:pt idx="5396">158</cx:pt>
          <cx:pt idx="5397">100</cx:pt>
          <cx:pt idx="5398">323</cx:pt>
          <cx:pt idx="5399">55</cx:pt>
          <cx:pt idx="5400">199</cx:pt>
          <cx:pt idx="5401">110</cx:pt>
          <cx:pt idx="5402">108</cx:pt>
          <cx:pt idx="5403">135</cx:pt>
          <cx:pt idx="5404">200</cx:pt>
          <cx:pt idx="5405">125</cx:pt>
          <cx:pt idx="5406">125</cx:pt>
          <cx:pt idx="5407">120</cx:pt>
          <cx:pt idx="5408">75</cx:pt>
          <cx:pt idx="5409">130</cx:pt>
          <cx:pt idx="5410">213</cx:pt>
          <cx:pt idx="5411">70</cx:pt>
          <cx:pt idx="5412">160</cx:pt>
          <cx:pt idx="5413">180</cx:pt>
          <cx:pt idx="5414">130</cx:pt>
          <cx:pt idx="5415">100</cx:pt>
          <cx:pt idx="5416">166</cx:pt>
          <cx:pt idx="5417">75</cx:pt>
          <cx:pt idx="5418">64</cx:pt>
          <cx:pt idx="5419">170</cx:pt>
          <cx:pt idx="5420">93</cx:pt>
          <cx:pt idx="5421">75</cx:pt>
          <cx:pt idx="5422">95</cx:pt>
          <cx:pt idx="5423">200</cx:pt>
          <cx:pt idx="5424">110</cx:pt>
          <cx:pt idx="5425">91</cx:pt>
          <cx:pt idx="5426">95</cx:pt>
          <cx:pt idx="5427">44</cx:pt>
          <cx:pt idx="5428">175</cx:pt>
          <cx:pt idx="5429">89</cx:pt>
          <cx:pt idx="5430">350</cx:pt>
          <cx:pt idx="5431">100</cx:pt>
          <cx:pt idx="5432">160</cx:pt>
          <cx:pt idx="5433">350</cx:pt>
          <cx:pt idx="5434">101</cx:pt>
          <cx:pt idx="5435">139</cx:pt>
          <cx:pt idx="5436">363</cx:pt>
          <cx:pt idx="5437">80</cx:pt>
          <cx:pt idx="5438">100</cx:pt>
          <cx:pt idx="5439">80</cx:pt>
          <cx:pt idx="5440">165</cx:pt>
          <cx:pt idx="5441">75</cx:pt>
          <cx:pt idx="5442">200</cx:pt>
          <cx:pt idx="5443">150</cx:pt>
          <cx:pt idx="5444">160</cx:pt>
          <cx:pt idx="5445">70</cx:pt>
          <cx:pt idx="5446">89</cx:pt>
          <cx:pt idx="5447">150</cx:pt>
          <cx:pt idx="5448">90</cx:pt>
          <cx:pt idx="5449">140</cx:pt>
          <cx:pt idx="5450">120</cx:pt>
          <cx:pt idx="5451">98</cx:pt>
          <cx:pt idx="5452">80</cx:pt>
          <cx:pt idx="5453">100</cx:pt>
          <cx:pt idx="5454">125</cx:pt>
          <cx:pt idx="5455">189</cx:pt>
          <cx:pt idx="5456">89</cx:pt>
          <cx:pt idx="5457">150</cx:pt>
          <cx:pt idx="5458">120</cx:pt>
          <cx:pt idx="5459">125</cx:pt>
          <cx:pt idx="5460">152</cx:pt>
          <cx:pt idx="5461">48</cx:pt>
          <cx:pt idx="5462">100</cx:pt>
          <cx:pt idx="5463">150</cx:pt>
          <cx:pt idx="5464">250</cx:pt>
          <cx:pt idx="5465">200</cx:pt>
          <cx:pt idx="5466">110</cx:pt>
          <cx:pt idx="5467">165</cx:pt>
          <cx:pt idx="5468">79</cx:pt>
          <cx:pt idx="5469">100</cx:pt>
          <cx:pt idx="5470">180</cx:pt>
          <cx:pt idx="5471">95</cx:pt>
          <cx:pt idx="5472">115</cx:pt>
          <cx:pt idx="5473">120</cx:pt>
          <cx:pt idx="5474">186</cx:pt>
          <cx:pt idx="5475">114</cx:pt>
          <cx:pt idx="5476">325</cx:pt>
          <cx:pt idx="5477">50</cx:pt>
          <cx:pt idx="5478">139</cx:pt>
          <cx:pt idx="5479">286</cx:pt>
          <cx:pt idx="5480">82</cx:pt>
          <cx:pt idx="5481">109</cx:pt>
          <cx:pt idx="5482">105</cx:pt>
          <cx:pt idx="5483">149</cx:pt>
          <cx:pt idx="5484">57</cx:pt>
          <cx:pt idx="5485">150</cx:pt>
          <cx:pt idx="5486">99</cx:pt>
          <cx:pt idx="5487">139</cx:pt>
          <cx:pt idx="5488">80</cx:pt>
          <cx:pt idx="5489">240</cx:pt>
          <cx:pt idx="5490">276</cx:pt>
          <cx:pt idx="5491">65</cx:pt>
          <cx:pt idx="5492">110</cx:pt>
          <cx:pt idx="5493">120</cx:pt>
          <cx:pt idx="5494">180</cx:pt>
          <cx:pt idx="5495">230</cx:pt>
          <cx:pt idx="5496">120</cx:pt>
          <cx:pt idx="5497">225</cx:pt>
          <cx:pt idx="5498">110</cx:pt>
          <cx:pt idx="5499">101</cx:pt>
          <cx:pt idx="5500">122</cx:pt>
          <cx:pt idx="5501">35</cx:pt>
          <cx:pt idx="5502">140</cx:pt>
          <cx:pt idx="5503">79</cx:pt>
          <cx:pt idx="5504">75</cx:pt>
          <cx:pt idx="5505">90</cx:pt>
          <cx:pt idx="5506">120</cx:pt>
          <cx:pt idx="5507">70</cx:pt>
          <cx:pt idx="5508">96</cx:pt>
          <cx:pt idx="5509">145</cx:pt>
          <cx:pt idx="5510">101</cx:pt>
          <cx:pt idx="5511">365</cx:pt>
          <cx:pt idx="5512">350</cx:pt>
          <cx:pt idx="5513">100</cx:pt>
          <cx:pt idx="5514">395</cx:pt>
          <cx:pt idx="5515">150</cx:pt>
          <cx:pt idx="5516">60</cx:pt>
          <cx:pt idx="5517">130</cx:pt>
          <cx:pt idx="5518">95</cx:pt>
          <cx:pt idx="5519">150</cx:pt>
          <cx:pt idx="5520">190</cx:pt>
          <cx:pt idx="5521">120</cx:pt>
          <cx:pt idx="5522">80</cx:pt>
          <cx:pt idx="5523">95</cx:pt>
          <cx:pt idx="5524">175</cx:pt>
          <cx:pt idx="5525">60</cx:pt>
          <cx:pt idx="5526">125</cx:pt>
          <cx:pt idx="5527">86</cx:pt>
          <cx:pt idx="5528">125</cx:pt>
          <cx:pt idx="5529">121</cx:pt>
          <cx:pt idx="5530">105</cx:pt>
          <cx:pt idx="5531">93</cx:pt>
          <cx:pt idx="5532">80</cx:pt>
          <cx:pt idx="5533">250</cx:pt>
          <cx:pt idx="5534">218</cx:pt>
          <cx:pt idx="5535">150</cx:pt>
          <cx:pt idx="5536">427</cx:pt>
          <cx:pt idx="5537">211</cx:pt>
          <cx:pt idx="5538">119</cx:pt>
          <cx:pt idx="5539">185</cx:pt>
          <cx:pt idx="5540">94</cx:pt>
          <cx:pt idx="5541">185</cx:pt>
          <cx:pt idx="5542">75</cx:pt>
          <cx:pt idx="5543">135</cx:pt>
          <cx:pt idx="5544">120</cx:pt>
          <cx:pt idx="5545">99</cx:pt>
          <cx:pt idx="5546">99</cx:pt>
          <cx:pt idx="5547">130</cx:pt>
          <cx:pt idx="5548">195</cx:pt>
          <cx:pt idx="5549">154</cx:pt>
          <cx:pt idx="5550">229</cx:pt>
          <cx:pt idx="5551">80</cx:pt>
          <cx:pt idx="5552">85</cx:pt>
          <cx:pt idx="5553">100</cx:pt>
          <cx:pt idx="5554">125</cx:pt>
          <cx:pt idx="5555">240</cx:pt>
          <cx:pt idx="5556">89</cx:pt>
          <cx:pt idx="5557">126</cx:pt>
          <cx:pt idx="5558">136</cx:pt>
          <cx:pt idx="5559">75</cx:pt>
          <cx:pt idx="5560">136</cx:pt>
          <cx:pt idx="5561">66</cx:pt>
          <cx:pt idx="5562">150</cx:pt>
          <cx:pt idx="5563">200</cx:pt>
          <cx:pt idx="5564">109</cx:pt>
          <cx:pt idx="5565">150</cx:pt>
          <cx:pt idx="5566">76</cx:pt>
          <cx:pt idx="5567">60</cx:pt>
          <cx:pt idx="5568">85</cx:pt>
          <cx:pt idx="5569">290</cx:pt>
          <cx:pt idx="5570">149</cx:pt>
          <cx:pt idx="5571">350</cx:pt>
          <cx:pt idx="5572">60</cx:pt>
          <cx:pt idx="5573">135</cx:pt>
          <cx:pt idx="5574">179</cx:pt>
          <cx:pt idx="5575">67</cx:pt>
          <cx:pt idx="5576">177</cx:pt>
          <cx:pt idx="5577">250</cx:pt>
          <cx:pt idx="5578">292</cx:pt>
          <cx:pt idx="5579">150</cx:pt>
          <cx:pt idx="5580">18</cx:pt>
          <cx:pt idx="5581">120</cx:pt>
          <cx:pt idx="5582">79</cx:pt>
          <cx:pt idx="5583">85</cx:pt>
          <cx:pt idx="5584">140</cx:pt>
          <cx:pt idx="5585">165</cx:pt>
          <cx:pt idx="5586">75</cx:pt>
          <cx:pt idx="5587">120</cx:pt>
          <cx:pt idx="5588">140</cx:pt>
          <cx:pt idx="5589">105</cx:pt>
          <cx:pt idx="5590">150</cx:pt>
          <cx:pt idx="5591">310</cx:pt>
          <cx:pt idx="5592">75</cx:pt>
          <cx:pt idx="5593">90</cx:pt>
          <cx:pt idx="5594">90</cx:pt>
          <cx:pt idx="5595">276</cx:pt>
          <cx:pt idx="5596">85</cx:pt>
          <cx:pt idx="5597">145</cx:pt>
          <cx:pt idx="5598">106</cx:pt>
          <cx:pt idx="5599">115</cx:pt>
          <cx:pt idx="5600">70</cx:pt>
          <cx:pt idx="5601">175</cx:pt>
          <cx:pt idx="5602">150</cx:pt>
          <cx:pt idx="5603">125</cx:pt>
          <cx:pt idx="5604">300</cx:pt>
          <cx:pt idx="5605">126</cx:pt>
          <cx:pt idx="5606">200</cx:pt>
          <cx:pt idx="5607">99</cx:pt>
          <cx:pt idx="5608">115</cx:pt>
          <cx:pt idx="5609">80</cx:pt>
          <cx:pt idx="5610">221</cx:pt>
          <cx:pt idx="5611">110</cx:pt>
          <cx:pt idx="5612">275</cx:pt>
          <cx:pt idx="5613">82</cx:pt>
          <cx:pt idx="5614">44</cx:pt>
          <cx:pt idx="5615">59</cx:pt>
          <cx:pt idx="5616">95</cx:pt>
          <cx:pt idx="5617">180</cx:pt>
          <cx:pt idx="5618">60</cx:pt>
          <cx:pt idx="5619">85</cx:pt>
          <cx:pt idx="5620">250</cx:pt>
          <cx:pt idx="5621">155</cx:pt>
          <cx:pt idx="5622">120</cx:pt>
          <cx:pt idx="5623">90</cx:pt>
          <cx:pt idx="5624">130</cx:pt>
          <cx:pt idx="5625">110</cx:pt>
          <cx:pt idx="5626">175</cx:pt>
          <cx:pt idx="5627">150</cx:pt>
          <cx:pt idx="5628">150</cx:pt>
          <cx:pt idx="5629">350</cx:pt>
          <cx:pt idx="5630">150</cx:pt>
          <cx:pt idx="5631">120</cx:pt>
          <cx:pt idx="5632">72</cx:pt>
          <cx:pt idx="5633">90</cx:pt>
          <cx:pt idx="5634">41</cx:pt>
          <cx:pt idx="5635">60</cx:pt>
          <cx:pt idx="5636">106</cx:pt>
          <cx:pt idx="5637">86</cx:pt>
          <cx:pt idx="5638">36</cx:pt>
          <cx:pt idx="5639">92</cx:pt>
          <cx:pt idx="5640">108</cx:pt>
          <cx:pt idx="5641">75</cx:pt>
          <cx:pt idx="5642">155</cx:pt>
          <cx:pt idx="5643">150</cx:pt>
          <cx:pt idx="5644">365</cx:pt>
          <cx:pt idx="5645">100</cx:pt>
          <cx:pt idx="5646">115</cx:pt>
          <cx:pt idx="5647">190</cx:pt>
          <cx:pt idx="5648">215</cx:pt>
          <cx:pt idx="5649">95</cx:pt>
          <cx:pt idx="5650">70</cx:pt>
          <cx:pt idx="5651">210</cx:pt>
          <cx:pt idx="5652">155</cx:pt>
          <cx:pt idx="5653">180</cx:pt>
          <cx:pt idx="5654">185</cx:pt>
          <cx:pt idx="5655">195</cx:pt>
          <cx:pt idx="5656">119</cx:pt>
          <cx:pt idx="5657">185</cx:pt>
          <cx:pt idx="5658">124</cx:pt>
          <cx:pt idx="5659">319</cx:pt>
          <cx:pt idx="5660">117</cx:pt>
          <cx:pt idx="5661">195</cx:pt>
          <cx:pt idx="5662">90</cx:pt>
          <cx:pt idx="5663">175</cx:pt>
          <cx:pt idx="5664">400</cx:pt>
          <cx:pt idx="5665">130</cx:pt>
          <cx:pt idx="5666">79</cx:pt>
          <cx:pt idx="5667">90</cx:pt>
          <cx:pt idx="5668">85</cx:pt>
          <cx:pt idx="5669">150</cx:pt>
          <cx:pt idx="5670">130</cx:pt>
          <cx:pt idx="5671">300</cx:pt>
          <cx:pt idx="5672">295</cx:pt>
          <cx:pt idx="5673">81</cx:pt>
          <cx:pt idx="5674">100</cx:pt>
          <cx:pt idx="5675">310</cx:pt>
          <cx:pt idx="5676">119</cx:pt>
          <cx:pt idx="5677">119</cx:pt>
          <cx:pt idx="5678">95</cx:pt>
          <cx:pt idx="5679">115</cx:pt>
          <cx:pt idx="5680">87</cx:pt>
          <cx:pt idx="5681">180</cx:pt>
          <cx:pt idx="5682">140</cx:pt>
          <cx:pt idx="5683">105</cx:pt>
          <cx:pt idx="5684">43</cx:pt>
          <cx:pt idx="5685">175</cx:pt>
          <cx:pt idx="5686">150</cx:pt>
          <cx:pt idx="5687">90</cx:pt>
          <cx:pt idx="5688">127</cx:pt>
          <cx:pt idx="5689">130</cx:pt>
          <cx:pt idx="5690">120</cx:pt>
          <cx:pt idx="5691">300</cx:pt>
          <cx:pt idx="5692">99</cx:pt>
          <cx:pt idx="5693">174</cx:pt>
          <cx:pt idx="5694">250</cx:pt>
          <cx:pt idx="5695">150</cx:pt>
          <cx:pt idx="5696">150</cx:pt>
          <cx:pt idx="5697">125</cx:pt>
          <cx:pt idx="5698">85</cx:pt>
          <cx:pt idx="5699">130</cx:pt>
          <cx:pt idx="5700">95</cx:pt>
          <cx:pt idx="5701">85</cx:pt>
          <cx:pt idx="5702">150</cx:pt>
          <cx:pt idx="5703">159</cx:pt>
          <cx:pt idx="5704">90</cx:pt>
          <cx:pt idx="5705">300</cx:pt>
          <cx:pt idx="5706">54</cx:pt>
          <cx:pt idx="5707">95</cx:pt>
          <cx:pt idx="5708">67</cx:pt>
          <cx:pt idx="5709">355</cx:pt>
          <cx:pt idx="5710">100</cx:pt>
          <cx:pt idx="5711">100</cx:pt>
          <cx:pt idx="5712">120</cx:pt>
          <cx:pt idx="5713">93</cx:pt>
          <cx:pt idx="5714">169</cx:pt>
          <cx:pt idx="5715">65</cx:pt>
          <cx:pt idx="5716">150</cx:pt>
          <cx:pt idx="5717">120</cx:pt>
          <cx:pt idx="5718">75</cx:pt>
          <cx:pt idx="5719">156</cx:pt>
          <cx:pt idx="5720">160</cx:pt>
          <cx:pt idx="5721">121</cx:pt>
          <cx:pt idx="5722">112</cx:pt>
          <cx:pt idx="5723">260</cx:pt>
          <cx:pt idx="5724">110</cx:pt>
          <cx:pt idx="5725">140</cx:pt>
          <cx:pt idx="5726">100</cx:pt>
          <cx:pt idx="5727">132</cx:pt>
          <cx:pt idx="5728">144</cx:pt>
          <cx:pt idx="5729">110</cx:pt>
          <cx:pt idx="5730">130</cx:pt>
          <cx:pt idx="5731">130</cx:pt>
          <cx:pt idx="5732">110</cx:pt>
          <cx:pt idx="5733">169</cx:pt>
          <cx:pt idx="5734">160</cx:pt>
          <cx:pt idx="5735">150</cx:pt>
          <cx:pt idx="5736">182</cx:pt>
          <cx:pt idx="5737">266</cx:pt>
          <cx:pt idx="5738">142</cx:pt>
          <cx:pt idx="5739">80</cx:pt>
          <cx:pt idx="5740">161</cx:pt>
          <cx:pt idx="5741">71</cx:pt>
          <cx:pt idx="5742">90</cx:pt>
          <cx:pt idx="5743">110</cx:pt>
          <cx:pt idx="5744">110</cx:pt>
          <cx:pt idx="5745">210</cx:pt>
          <cx:pt idx="5746">109</cx:pt>
          <cx:pt idx="5747">210</cx:pt>
          <cx:pt idx="5748">140</cx:pt>
          <cx:pt idx="5749">375</cx:pt>
          <cx:pt idx="5750">150</cx:pt>
          <cx:pt idx="5751">400</cx:pt>
          <cx:pt idx="5752">250</cx:pt>
          <cx:pt idx="5753">200</cx:pt>
          <cx:pt idx="5754">61</cx:pt>
          <cx:pt idx="5755">38</cx:pt>
          <cx:pt idx="5756">90</cx:pt>
          <cx:pt idx="5757">124</cx:pt>
          <cx:pt idx="5758">72</cx:pt>
          <cx:pt idx="5759">210</cx:pt>
          <cx:pt idx="5760">100</cx:pt>
          <cx:pt idx="5761">140</cx:pt>
          <cx:pt idx="5762">138</cx:pt>
          <cx:pt idx="5763">100</cx:pt>
          <cx:pt idx="5764">159</cx:pt>
          <cx:pt idx="5765">85</cx:pt>
          <cx:pt idx="5766">115</cx:pt>
          <cx:pt idx="5767">280</cx:pt>
          <cx:pt idx="5768">170</cx:pt>
          <cx:pt idx="5769">150</cx:pt>
          <cx:pt idx="5770">126</cx:pt>
          <cx:pt idx="5771">195</cx:pt>
          <cx:pt idx="5772">250</cx:pt>
          <cx:pt idx="5773">85</cx:pt>
          <cx:pt idx="5774">115</cx:pt>
          <cx:pt idx="5775">380</cx:pt>
          <cx:pt idx="5776">122</cx:pt>
          <cx:pt idx="5777">190</cx:pt>
          <cx:pt idx="5778">201</cx:pt>
          <cx:pt idx="5779">105</cx:pt>
          <cx:pt idx="5780">76</cx:pt>
          <cx:pt idx="5781">80</cx:pt>
          <cx:pt idx="5782">94</cx:pt>
          <cx:pt idx="5783">150</cx:pt>
          <cx:pt idx="5784">96</cx:pt>
          <cx:pt idx="5785">229</cx:pt>
          <cx:pt idx="5786">120</cx:pt>
          <cx:pt idx="5787">95</cx:pt>
          <cx:pt idx="5788">250</cx:pt>
          <cx:pt idx="5789">109</cx:pt>
          <cx:pt idx="5790">125</cx:pt>
          <cx:pt idx="5791">150</cx:pt>
          <cx:pt idx="5792">120</cx:pt>
          <cx:pt idx="5793">78</cx:pt>
          <cx:pt idx="5794">150</cx:pt>
          <cx:pt idx="5795">100</cx:pt>
          <cx:pt idx="5796">105</cx:pt>
          <cx:pt idx="5797">165</cx:pt>
          <cx:pt idx="5798">135</cx:pt>
          <cx:pt idx="5799">80</cx:pt>
          <cx:pt idx="5800">100</cx:pt>
          <cx:pt idx="5801">109</cx:pt>
          <cx:pt idx="5802">130</cx:pt>
          <cx:pt idx="5803">79</cx:pt>
          <cx:pt idx="5804">185</cx:pt>
          <cx:pt idx="5805">170</cx:pt>
          <cx:pt idx="5806">75</cx:pt>
          <cx:pt idx="5807">254</cx:pt>
          <cx:pt idx="5808">140</cx:pt>
          <cx:pt idx="5809">125</cx:pt>
          <cx:pt idx="5810">113</cx:pt>
          <cx:pt idx="5811">200</cx:pt>
          <cx:pt idx="5812">175</cx:pt>
          <cx:pt idx="5813">97</cx:pt>
          <cx:pt idx="5814">93</cx:pt>
          <cx:pt idx="5815">78</cx:pt>
          <cx:pt idx="5816">150</cx:pt>
          <cx:pt idx="5817">114</cx:pt>
          <cx:pt idx="5818">75</cx:pt>
          <cx:pt idx="5819">129</cx:pt>
          <cx:pt idx="5820">180</cx:pt>
          <cx:pt idx="5821">84</cx:pt>
          <cx:pt idx="5822">109</cx:pt>
          <cx:pt idx="5823">84</cx:pt>
          <cx:pt idx="5824">151</cx:pt>
          <cx:pt idx="5825">150</cx:pt>
          <cx:pt idx="5826">275</cx:pt>
          <cx:pt idx="5827">96</cx:pt>
          <cx:pt idx="5828">120</cx:pt>
          <cx:pt idx="5829">449</cx:pt>
          <cx:pt idx="5830">88</cx:pt>
          <cx:pt idx="5831">75</cx:pt>
          <cx:pt idx="5832">150</cx:pt>
          <cx:pt idx="5833">109</cx:pt>
          <cx:pt idx="5834">104</cx:pt>
          <cx:pt idx="5835">92</cx:pt>
          <cx:pt idx="5836">119</cx:pt>
          <cx:pt idx="5837">115</cx:pt>
          <cx:pt idx="5838">76</cx:pt>
          <cx:pt idx="5839">100</cx:pt>
          <cx:pt idx="5840">270</cx:pt>
          <cx:pt idx="5841">96</cx:pt>
          <cx:pt idx="5842">76</cx:pt>
          <cx:pt idx="5843">100</cx:pt>
          <cx:pt idx="5844">199</cx:pt>
          <cx:pt idx="5845">110</cx:pt>
          <cx:pt idx="5846">150</cx:pt>
          <cx:pt idx="5847">160</cx:pt>
          <cx:pt idx="5848">200</cx:pt>
          <cx:pt idx="5849">314</cx:pt>
          <cx:pt idx="5850">109</cx:pt>
          <cx:pt idx="5851">110</cx:pt>
          <cx:pt idx="5852">99</cx:pt>
          <cx:pt idx="5853">70</cx:pt>
          <cx:pt idx="5854">90</cx:pt>
          <cx:pt idx="5855">210</cx:pt>
          <cx:pt idx="5856">90</cx:pt>
          <cx:pt idx="5857">295</cx:pt>
          <cx:pt idx="5858">96</cx:pt>
          <cx:pt idx="5859">82</cx:pt>
          <cx:pt idx="5860">95</cx:pt>
          <cx:pt idx="5861">120</cx:pt>
          <cx:pt idx="5862">357</cx:pt>
          <cx:pt idx="5863">150</cx:pt>
          <cx:pt idx="5864">150</cx:pt>
          <cx:pt idx="5865">109</cx:pt>
          <cx:pt idx="5866">109</cx:pt>
          <cx:pt idx="5867">150</cx:pt>
          <cx:pt idx="5868">95</cx:pt>
          <cx:pt idx="5869">150</cx:pt>
          <cx:pt idx="5870">95</cx:pt>
          <cx:pt idx="5871">100</cx:pt>
          <cx:pt idx="5872">220</cx:pt>
          <cx:pt idx="5873">130</cx:pt>
          <cx:pt idx="5874">112</cx:pt>
          <cx:pt idx="5875">85</cx:pt>
          <cx:pt idx="5876">221</cx:pt>
          <cx:pt idx="5877">110</cx:pt>
          <cx:pt idx="5878">86</cx:pt>
          <cx:pt idx="5879">77</cx:pt>
          <cx:pt idx="5880">248</cx:pt>
          <cx:pt idx="5881">136</cx:pt>
          <cx:pt idx="5882">250</cx:pt>
          <cx:pt idx="5883">150</cx:pt>
          <cx:pt idx="5884">120</cx:pt>
          <cx:pt idx="5885">230</cx:pt>
          <cx:pt idx="5886">102</cx:pt>
          <cx:pt idx="5887">120</cx:pt>
          <cx:pt idx="5888">94</cx:pt>
          <cx:pt idx="5889">139</cx:pt>
          <cx:pt idx="5890">149</cx:pt>
          <cx:pt idx="5891">110</cx:pt>
          <cx:pt idx="5892">270</cx:pt>
          <cx:pt idx="5893">83</cx:pt>
          <cx:pt idx="5894">99</cx:pt>
          <cx:pt idx="5895">186</cx:pt>
          <cx:pt idx="5896">221</cx:pt>
          <cx:pt idx="5897">349</cx:pt>
          <cx:pt idx="5898">130</cx:pt>
          <cx:pt idx="5899">395</cx:pt>
          <cx:pt idx="5900">100</cx:pt>
          <cx:pt idx="5901">140</cx:pt>
          <cx:pt idx="5902">100</cx:pt>
          <cx:pt idx="5903">95</cx:pt>
          <cx:pt idx="5904">139</cx:pt>
          <cx:pt idx="5905">175</cx:pt>
          <cx:pt idx="5906">110</cx:pt>
          <cx:pt idx="5907">80</cx:pt>
          <cx:pt idx="5908">245</cx:pt>
          <cx:pt idx="5909">110</cx:pt>
          <cx:pt idx="5910">105</cx:pt>
          <cx:pt idx="5911">170</cx:pt>
          <cx:pt idx="5912">100</cx:pt>
          <cx:pt idx="5913">125</cx:pt>
          <cx:pt idx="5914">282</cx:pt>
          <cx:pt idx="5915">250</cx:pt>
          <cx:pt idx="5916">80</cx:pt>
          <cx:pt idx="5917">100</cx:pt>
          <cx:pt idx="5918">120</cx:pt>
          <cx:pt idx="5919">275</cx:pt>
          <cx:pt idx="5920">55</cx:pt>
          <cx:pt idx="5921">50</cx:pt>
          <cx:pt idx="5922">180</cx:pt>
          <cx:pt idx="5923">139</cx:pt>
          <cx:pt idx="5924">75</cx:pt>
          <cx:pt idx="5925">110</cx:pt>
          <cx:pt idx="5926">200</cx:pt>
          <cx:pt idx="5927">107</cx:pt>
          <cx:pt idx="5928">100</cx:pt>
          <cx:pt idx="5929">340</cx:pt>
          <cx:pt idx="5930">179</cx:pt>
          <cx:pt idx="5931">127</cx:pt>
          <cx:pt idx="5932">95</cx:pt>
          <cx:pt idx="5933">225</cx:pt>
          <cx:pt idx="5934">219</cx:pt>
          <cx:pt idx="5935">250</cx:pt>
          <cx:pt idx="5936">135</cx:pt>
          <cx:pt idx="5937">100</cx:pt>
          <cx:pt idx="5938">59</cx:pt>
          <cx:pt idx="5939">120</cx:pt>
          <cx:pt idx="5940">90</cx:pt>
          <cx:pt idx="5941">69</cx:pt>
          <cx:pt idx="5942">165</cx:pt>
          <cx:pt idx="5943">89</cx:pt>
          <cx:pt idx="5944">90</cx:pt>
          <cx:pt idx="5945">60</cx:pt>
          <cx:pt idx="5946">200</cx:pt>
          <cx:pt idx="5947">125</cx:pt>
          <cx:pt idx="5948">350</cx:pt>
          <cx:pt idx="5949">110</cx:pt>
          <cx:pt idx="5950">90</cx:pt>
          <cx:pt idx="5951">128</cx:pt>
          <cx:pt idx="5952">349</cx:pt>
          <cx:pt idx="5953">200</cx:pt>
          <cx:pt idx="5954">90</cx:pt>
          <cx:pt idx="5955">89</cx:pt>
          <cx:pt idx="5956">150</cx:pt>
          <cx:pt idx="5957">150</cx:pt>
          <cx:pt idx="5958">140</cx:pt>
          <cx:pt idx="5959">50</cx:pt>
          <cx:pt idx="5960">205</cx:pt>
          <cx:pt idx="5961">100</cx:pt>
          <cx:pt idx="5962">200</cx:pt>
          <cx:pt idx="5963">350</cx:pt>
          <cx:pt idx="5964">150</cx:pt>
          <cx:pt idx="5965">169</cx:pt>
          <cx:pt idx="5966">130</cx:pt>
          <cx:pt idx="5967">125</cx:pt>
          <cx:pt idx="5968">120</cx:pt>
          <cx:pt idx="5969">120</cx:pt>
          <cx:pt idx="5970">95</cx:pt>
          <cx:pt idx="5971">100</cx:pt>
          <cx:pt idx="5972">110</cx:pt>
          <cx:pt idx="5973">100</cx:pt>
          <cx:pt idx="5974">105</cx:pt>
          <cx:pt idx="5975">93</cx:pt>
          <cx:pt idx="5976">94</cx:pt>
          <cx:pt idx="5977">159</cx:pt>
          <cx:pt idx="5978">275</cx:pt>
          <cx:pt idx="5979">80</cx:pt>
          <cx:pt idx="5980">120</cx:pt>
          <cx:pt idx="5981">130</cx:pt>
          <cx:pt idx="5982">78</cx:pt>
          <cx:pt idx="5983">165</cx:pt>
          <cx:pt idx="5984">150</cx:pt>
          <cx:pt idx="5985">165</cx:pt>
          <cx:pt idx="5986">115</cx:pt>
          <cx:pt idx="5987">250</cx:pt>
          <cx:pt idx="5988">130</cx:pt>
          <cx:pt idx="5989">80</cx:pt>
          <cx:pt idx="5990">99</cx:pt>
          <cx:pt idx="5991">175</cx:pt>
          <cx:pt idx="5992">165</cx:pt>
          <cx:pt idx="5993">130</cx:pt>
          <cx:pt idx="5994">95</cx:pt>
          <cx:pt idx="5995">265</cx:pt>
          <cx:pt idx="5996">179</cx:pt>
          <cx:pt idx="5997">85</cx:pt>
          <cx:pt idx="5998">45</cx:pt>
          <cx:pt idx="5999">101</cx:pt>
          <cx:pt idx="6000">157</cx:pt>
          <cx:pt idx="6001">100</cx:pt>
          <cx:pt idx="6002">185</cx:pt>
          <cx:pt idx="6003">100</cx:pt>
          <cx:pt idx="6004">60</cx:pt>
          <cx:pt idx="6005">106</cx:pt>
          <cx:pt idx="6006">81</cx:pt>
          <cx:pt idx="6007">140</cx:pt>
          <cx:pt idx="6008">125</cx:pt>
          <cx:pt idx="6009">240</cx:pt>
          <cx:pt idx="6010">299</cx:pt>
          <cx:pt idx="6011">120</cx:pt>
          <cx:pt idx="6012">106</cx:pt>
          <cx:pt idx="6013">140</cx:pt>
          <cx:pt idx="6014">65</cx:pt>
          <cx:pt idx="6015">120</cx:pt>
          <cx:pt idx="6016">139</cx:pt>
          <cx:pt idx="6017">110</cx:pt>
          <cx:pt idx="6018">86</cx:pt>
          <cx:pt idx="6019">150</cx:pt>
          <cx:pt idx="6020">200</cx:pt>
          <cx:pt idx="6021">115</cx:pt>
          <cx:pt idx="6022">100</cx:pt>
          <cx:pt idx="6023">109</cx:pt>
          <cx:pt idx="6024">112</cx:pt>
          <cx:pt idx="6025">150</cx:pt>
          <cx:pt idx="6026">63</cx:pt>
          <cx:pt idx="6027">125</cx:pt>
          <cx:pt idx="6028">114</cx:pt>
          <cx:pt idx="6029">300</cx:pt>
          <cx:pt idx="6030">45</cx:pt>
          <cx:pt idx="6031">106</cx:pt>
          <cx:pt idx="6032">138</cx:pt>
          <cx:pt idx="6033">230</cx:pt>
          <cx:pt idx="6034">85</cx:pt>
          <cx:pt idx="6035">90</cx:pt>
          <cx:pt idx="6036">180</cx:pt>
          <cx:pt idx="6037">213</cx:pt>
          <cx:pt idx="6038">89</cx:pt>
          <cx:pt idx="6039">186</cx:pt>
          <cx:pt idx="6040">170</cx:pt>
          <cx:pt idx="6041">72</cx:pt>
          <cx:pt idx="6042">75</cx:pt>
          <cx:pt idx="6043">140</cx:pt>
          <cx:pt idx="6044">229</cx:pt>
          <cx:pt idx="6045">70</cx:pt>
          <cx:pt idx="6046">115</cx:pt>
          <cx:pt idx="6047">140</cx:pt>
          <cx:pt idx="6048">85</cx:pt>
          <cx:pt idx="6049">225</cx:pt>
          <cx:pt idx="6050">406</cx:pt>
          <cx:pt idx="6051">240</cx:pt>
          <cx:pt idx="6052">99</cx:pt>
          <cx:pt idx="6053">79</cx:pt>
          <cx:pt idx="6054">331</cx:pt>
          <cx:pt idx="6055">110</cx:pt>
          <cx:pt idx="6056">100</cx:pt>
          <cx:pt idx="6057">250</cx:pt>
          <cx:pt idx="6058">129</cx:pt>
          <cx:pt idx="6059">115</cx:pt>
          <cx:pt idx="6060">300</cx:pt>
          <cx:pt idx="6061">150</cx:pt>
          <cx:pt idx="6062">78</cx:pt>
          <cx:pt idx="6063">195</cx:pt>
          <cx:pt idx="6064">103</cx:pt>
          <cx:pt idx="6065">150</cx:pt>
          <cx:pt idx="6066">135</cx:pt>
          <cx:pt idx="6067">135</cx:pt>
          <cx:pt idx="6068">100</cx:pt>
          <cx:pt idx="6069">100</cx:pt>
          <cx:pt idx="6070">129</cx:pt>
          <cx:pt idx="6071">53</cx:pt>
          <cx:pt idx="6072">85</cx:pt>
          <cx:pt idx="6073">60</cx:pt>
          <cx:pt idx="6074">225</cx:pt>
          <cx:pt idx="6075">86</cx:pt>
          <cx:pt idx="6076">149</cx:pt>
          <cx:pt idx="6077">140</cx:pt>
          <cx:pt idx="6078">70</cx:pt>
          <cx:pt idx="6079">84</cx:pt>
          <cx:pt idx="6080">122</cx:pt>
          <cx:pt idx="6081">90</cx:pt>
          <cx:pt idx="6082">100</cx:pt>
          <cx:pt idx="6083">83</cx:pt>
          <cx:pt idx="6084">355</cx:pt>
          <cx:pt idx="6085">85</cx:pt>
          <cx:pt idx="6086">78</cx:pt>
          <cx:pt idx="6087">199</cx:pt>
          <cx:pt idx="6088">85</cx:pt>
          <cx:pt idx="6089">300</cx:pt>
          <cx:pt idx="6090">140</cx:pt>
          <cx:pt idx="6091">180</cx:pt>
          <cx:pt idx="6092">109</cx:pt>
          <cx:pt idx="6093">115</cx:pt>
          <cx:pt idx="6094">89</cx:pt>
          <cx:pt idx="6095">86</cx:pt>
          <cx:pt idx="6096">135</cx:pt>
          <cx:pt idx="6097">100</cx:pt>
          <cx:pt idx="6098">364</cx:pt>
          <cx:pt idx="6099">170</cx:pt>
          <cx:pt idx="6100">200</cx:pt>
          <cx:pt idx="6101">98</cx:pt>
          <cx:pt idx="6102">90</cx:pt>
          <cx:pt idx="6103">250</cx:pt>
          <cx:pt idx="6104">384</cx:pt>
          <cx:pt idx="6105">100</cx:pt>
          <cx:pt idx="6106">193</cx:pt>
          <cx:pt idx="6107">96</cx:pt>
          <cx:pt idx="6108">135</cx:pt>
          <cx:pt idx="6109">149</cx:pt>
          <cx:pt idx="6110">149</cx:pt>
          <cx:pt idx="6111">125</cx:pt>
          <cx:pt idx="6112">65</cx:pt>
          <cx:pt idx="6113">85</cx:pt>
          <cx:pt idx="6114">223</cx:pt>
          <cx:pt idx="6115">175</cx:pt>
          <cx:pt idx="6116">103</cx:pt>
          <cx:pt idx="6117">150</cx:pt>
          <cx:pt idx="6118">125</cx:pt>
          <cx:pt idx="6119">182</cx:pt>
          <cx:pt idx="6120">300</cx:pt>
          <cx:pt idx="6121">174</cx:pt>
          <cx:pt idx="6122">130</cx:pt>
          <cx:pt idx="6123">99</cx:pt>
          <cx:pt idx="6124">170</cx:pt>
          <cx:pt idx="6125">71</cx:pt>
          <cx:pt idx="6126">140</cx:pt>
          <cx:pt idx="6127">140</cx:pt>
          <cx:pt idx="6128">90</cx:pt>
          <cx:pt idx="6129">74</cx:pt>
          <cx:pt idx="6130">480</cx:pt>
          <cx:pt idx="6131">125</cx:pt>
          <cx:pt idx="6132">175</cx:pt>
          <cx:pt idx="6133">250</cx:pt>
          <cx:pt idx="6134">75</cx:pt>
          <cx:pt idx="6135">144</cx:pt>
          <cx:pt idx="6136">90</cx:pt>
          <cx:pt idx="6137">129</cx:pt>
          <cx:pt idx="6138">52</cx:pt>
          <cx:pt idx="6139">157</cx:pt>
          <cx:pt idx="6140">80</cx:pt>
          <cx:pt idx="6141">95</cx:pt>
          <cx:pt idx="6142">180</cx:pt>
          <cx:pt idx="6143">165</cx:pt>
          <cx:pt idx="6144">89</cx:pt>
          <cx:pt idx="6145">115</cx:pt>
          <cx:pt idx="6146">63</cx:pt>
          <cx:pt idx="6147">135</cx:pt>
          <cx:pt idx="6148">54</cx:pt>
          <cx:pt idx="6149">293</cx:pt>
          <cx:pt idx="6150">100</cx:pt>
          <cx:pt idx="6151">145</cx:pt>
          <cx:pt idx="6152">72</cx:pt>
          <cx:pt idx="6153">130</cx:pt>
          <cx:pt idx="6154">350</cx:pt>
          <cx:pt idx="6155">85</cx:pt>
          <cx:pt idx="6156">150</cx:pt>
          <cx:pt idx="6157">66</cx:pt>
          <cx:pt idx="6158">125</cx:pt>
          <cx:pt idx="6159">80</cx:pt>
          <cx:pt idx="6160">200</cx:pt>
          <cx:pt idx="6161">170</cx:pt>
          <cx:pt idx="6162">71</cx:pt>
          <cx:pt idx="6163">125</cx:pt>
          <cx:pt idx="6164">126</cx:pt>
          <cx:pt idx="6165">150</cx:pt>
          <cx:pt idx="6166">200</cx:pt>
          <cx:pt idx="6167">125</cx:pt>
          <cx:pt idx="6168">146</cx:pt>
          <cx:pt idx="6169">67</cx:pt>
          <cx:pt idx="6170">350</cx:pt>
          <cx:pt idx="6171">206</cx:pt>
          <cx:pt idx="6172">58</cx:pt>
          <cx:pt idx="6173">130</cx:pt>
          <cx:pt idx="6174">82</cx:pt>
          <cx:pt idx="6175">106</cx:pt>
          <cx:pt idx="6176">90</cx:pt>
          <cx:pt idx="6177">75</cx:pt>
          <cx:pt idx="6178">96</cx:pt>
          <cx:pt idx="6179">95</cx:pt>
          <cx:pt idx="6180">139</cx:pt>
          <cx:pt idx="6181">250</cx:pt>
          <cx:pt idx="6182">240</cx:pt>
          <cx:pt idx="6183">150</cx:pt>
          <cx:pt idx="6184">225</cx:pt>
          <cx:pt idx="6185">102</cx:pt>
          <cx:pt idx="6186">140</cx:pt>
          <cx:pt idx="6187">206</cx:pt>
          <cx:pt idx="6188">119</cx:pt>
          <cx:pt idx="6189">300</cx:pt>
          <cx:pt idx="6190">95</cx:pt>
          <cx:pt idx="6191">119</cx:pt>
          <cx:pt idx="6192">89</cx:pt>
          <cx:pt idx="6193">150</cx:pt>
          <cx:pt idx="6194">199</cx:pt>
          <cx:pt idx="6195">111</cx:pt>
          <cx:pt idx="6196">140</cx:pt>
          <cx:pt idx="6197">140</cx:pt>
          <cx:pt idx="6198">70</cx:pt>
          <cx:pt idx="6199">200</cx:pt>
          <cx:pt idx="6200">120</cx:pt>
          <cx:pt idx="6201">198</cx:pt>
          <cx:pt idx="6202">140</cx:pt>
          <cx:pt idx="6203">79</cx:pt>
          <cx:pt idx="6204">170</cx:pt>
          <cx:pt idx="6205">135</cx:pt>
          <cx:pt idx="6206">90</cx:pt>
          <cx:pt idx="6207">239</cx:pt>
          <cx:pt idx="6208">53</cx:pt>
          <cx:pt idx="6209">100</cx:pt>
          <cx:pt idx="6210">184</cx:pt>
          <cx:pt idx="6211">96</cx:pt>
          <cx:pt idx="6212">250</cx:pt>
          <cx:pt idx="6213">100</cx:pt>
          <cx:pt idx="6214">82</cx:pt>
          <cx:pt idx="6215">150</cx:pt>
          <cx:pt idx="6216">170</cx:pt>
          <cx:pt idx="6217">193</cx:pt>
          <cx:pt idx="6218">70</cx:pt>
          <cx:pt idx="6219">200</cx:pt>
          <cx:pt idx="6220">450</cx:pt>
          <cx:pt idx="6221">130</cx:pt>
          <cx:pt idx="6222">200</cx:pt>
          <cx:pt idx="6223">300</cx:pt>
          <cx:pt idx="6224">118</cx:pt>
          <cx:pt idx="6225">150</cx:pt>
          <cx:pt idx="6226">250</cx:pt>
          <cx:pt idx="6227">75</cx:pt>
          <cx:pt idx="6228">45</cx:pt>
          <cx:pt idx="6229">100</cx:pt>
          <cx:pt idx="6230">285</cx:pt>
          <cx:pt idx="6231">300</cx:pt>
          <cx:pt idx="6232">61</cx:pt>
          <cx:pt idx="6233">100</cx:pt>
          <cx:pt idx="6234">41</cx:pt>
          <cx:pt idx="6235">125</cx:pt>
          <cx:pt idx="6236">130</cx:pt>
          <cx:pt idx="6237">255</cx:pt>
          <cx:pt idx="6238">257</cx:pt>
          <cx:pt idx="6239">140</cx:pt>
          <cx:pt idx="6240">110</cx:pt>
          <cx:pt idx="6241">100</cx:pt>
          <cx:pt idx="6242">200</cx:pt>
          <cx:pt idx="6243">195</cx:pt>
          <cx:pt idx="6244">200</cx:pt>
          <cx:pt idx="6245">100</cx:pt>
          <cx:pt idx="6246">148</cx:pt>
          <cx:pt idx="6247">105</cx:pt>
          <cx:pt idx="6248">250</cx:pt>
          <cx:pt idx="6249">175</cx:pt>
          <cx:pt idx="6250">160</cx:pt>
          <cx:pt idx="6251">180</cx:pt>
          <cx:pt idx="6252">170</cx:pt>
          <cx:pt idx="6253">155</cx:pt>
          <cx:pt idx="6254">190</cx:pt>
          <cx:pt idx="6255">175</cx:pt>
          <cx:pt idx="6256">125</cx:pt>
          <cx:pt idx="6257">337</cx:pt>
          <cx:pt idx="6258">90</cx:pt>
          <cx:pt idx="6259">175</cx:pt>
          <cx:pt idx="6260">164</cx:pt>
          <cx:pt idx="6261">164</cx:pt>
          <cx:pt idx="6262">93</cx:pt>
          <cx:pt idx="6263">74</cx:pt>
          <cx:pt idx="6264">105</cx:pt>
          <cx:pt idx="6265">69</cx:pt>
          <cx:pt idx="6266">119</cx:pt>
          <cx:pt idx="6267">74</cx:pt>
          <cx:pt idx="6268">74</cx:pt>
          <cx:pt idx="6269">74</cx:pt>
          <cx:pt idx="6270">74</cx:pt>
          <cx:pt idx="6271">74</cx:pt>
          <cx:pt idx="6272">210</cx:pt>
          <cx:pt idx="6273">95</cx:pt>
          <cx:pt idx="6274">225</cx:pt>
          <cx:pt idx="6275">160</cx:pt>
          <cx:pt idx="6276">179</cx:pt>
          <cx:pt idx="6277">88</cx:pt>
          <cx:pt idx="6278">70</cx:pt>
          <cx:pt idx="6279">110</cx:pt>
          <cx:pt idx="6280">53</cx:pt>
          <cx:pt idx="6281">114</cx:pt>
          <cx:pt idx="6282">90</cx:pt>
          <cx:pt idx="6283">160</cx:pt>
          <cx:pt idx="6284">150</cx:pt>
          <cx:pt idx="6285">120</cx:pt>
          <cx:pt idx="6286">154</cx:pt>
          <cx:pt idx="6287">120</cx:pt>
          <cx:pt idx="6288">48</cx:pt>
          <cx:pt idx="6289">76</cx:pt>
          <cx:pt idx="6290">74</cx:pt>
          <cx:pt idx="6291">79</cx:pt>
          <cx:pt idx="6292">185</cx:pt>
          <cx:pt idx="6293">150</cx:pt>
          <cx:pt idx="6294">237</cx:pt>
          <cx:pt idx="6295">200</cx:pt>
          <cx:pt idx="6296">110</cx:pt>
          <cx:pt idx="6297">199</cx:pt>
          <cx:pt idx="6298">500</cx:pt>
          <cx:pt idx="6299">166</cx:pt>
          <cx:pt idx="6300">130</cx:pt>
          <cx:pt idx="6301">90</cx:pt>
          <cx:pt idx="6302">175</cx:pt>
          <cx:pt idx="6303">50</cx:pt>
          <cx:pt idx="6304">121</cx:pt>
          <cx:pt idx="6305">210</cx:pt>
          <cx:pt idx="6306">150</cx:pt>
          <cx:pt idx="6307">70</cx:pt>
          <cx:pt idx="6308">120</cx:pt>
          <cx:pt idx="6309">39</cx:pt>
          <cx:pt idx="6310">120</cx:pt>
          <cx:pt idx="6311">154</cx:pt>
          <cx:pt idx="6312">150</cx:pt>
          <cx:pt idx="6313">149</cx:pt>
          <cx:pt idx="6314">200</cx:pt>
          <cx:pt idx="6315">100</cx:pt>
          <cx:pt idx="6316">70</cx:pt>
          <cx:pt idx="6317">90</cx:pt>
          <cx:pt idx="6318">65</cx:pt>
          <cx:pt idx="6319">60</cx:pt>
          <cx:pt idx="6320">100</cx:pt>
          <cx:pt idx="6321">95</cx:pt>
          <cx:pt idx="6322">125</cx:pt>
          <cx:pt idx="6323">275</cx:pt>
          <cx:pt idx="6324">70</cx:pt>
          <cx:pt idx="6325">300</cx:pt>
          <cx:pt idx="6326">125</cx:pt>
          <cx:pt idx="6327">100</cx:pt>
          <cx:pt idx="6328">92</cx:pt>
          <cx:pt idx="6329">69</cx:pt>
          <cx:pt idx="6330">79</cx:pt>
          <cx:pt idx="6331">69</cx:pt>
          <cx:pt idx="6332">126</cx:pt>
          <cx:pt idx="6333">180</cx:pt>
          <cx:pt idx="6334">140</cx:pt>
          <cx:pt idx="6335">96</cx:pt>
          <cx:pt idx="6336">119</cx:pt>
          <cx:pt idx="6337">250</cx:pt>
          <cx:pt idx="6338">170</cx:pt>
          <cx:pt idx="6339">100</cx:pt>
          <cx:pt idx="6340">205</cx:pt>
          <cx:pt idx="6341">96</cx:pt>
          <cx:pt idx="6342">77</cx:pt>
          <cx:pt idx="6343">136</cx:pt>
          <cx:pt idx="6344">150</cx:pt>
          <cx:pt idx="6345">45</cx:pt>
          <cx:pt idx="6346">180</cx:pt>
          <cx:pt idx="6347">90</cx:pt>
          <cx:pt idx="6348">55</cx:pt>
          <cx:pt idx="6349">155</cx:pt>
          <cx:pt idx="6350">180</cx:pt>
          <cx:pt idx="6351">70</cx:pt>
          <cx:pt idx="6352">80</cx:pt>
          <cx:pt idx="6353">90</cx:pt>
          <cx:pt idx="6354">194</cx:pt>
          <cx:pt idx="6355">200</cx:pt>
          <cx:pt idx="6356">102</cx:pt>
          <cx:pt idx="6357">47</cx:pt>
          <cx:pt idx="6358">109</cx:pt>
          <cx:pt idx="6359">106</cx:pt>
          <cx:pt idx="6360">249</cx:pt>
          <cx:pt idx="6361">350</cx:pt>
          <cx:pt idx="6362">65</cx:pt>
          <cx:pt idx="6363">199</cx:pt>
          <cx:pt idx="6364">165</cx:pt>
          <cx:pt idx="6365">195</cx:pt>
          <cx:pt idx="6366">150</cx:pt>
          <cx:pt idx="6367">190</cx:pt>
          <cx:pt idx="6368">130</cx:pt>
          <cx:pt idx="6369">119</cx:pt>
          <cx:pt idx="6370">260</cx:pt>
          <cx:pt idx="6371">80</cx:pt>
          <cx:pt idx="6372">100</cx:pt>
          <cx:pt idx="6373">100</cx:pt>
          <cx:pt idx="6374">80</cx:pt>
          <cx:pt idx="6375">110</cx:pt>
          <cx:pt idx="6376">205</cx:pt>
          <cx:pt idx="6377">120</cx:pt>
          <cx:pt idx="6378">110</cx:pt>
          <cx:pt idx="6379">150</cx:pt>
          <cx:pt idx="6380">130</cx:pt>
          <cx:pt idx="6381">245</cx:pt>
          <cx:pt idx="6382">95</cx:pt>
          <cx:pt idx="6383">110</cx:pt>
          <cx:pt idx="6384">140</cx:pt>
          <cx:pt idx="6385">150</cx:pt>
          <cx:pt idx="6386">250</cx:pt>
          <cx:pt idx="6387">95</cx:pt>
          <cx:pt idx="6388">130</cx:pt>
          <cx:pt idx="6389">115</cx:pt>
          <cx:pt idx="6390">90</cx:pt>
          <cx:pt idx="6391">252</cx:pt>
          <cx:pt idx="6392">199</cx:pt>
          <cx:pt idx="6393">110</cx:pt>
          <cx:pt idx="6394">311</cx:pt>
          <cx:pt idx="6395">275</cx:pt>
          <cx:pt idx="6396">183</cx:pt>
          <cx:pt idx="6397">400</cx:pt>
          <cx:pt idx="6398">99</cx:pt>
          <cx:pt idx="6399">61</cx:pt>
          <cx:pt idx="6400">191</cx:pt>
          <cx:pt idx="6401">210</cx:pt>
          <cx:pt idx="6402">217</cx:pt>
          <cx:pt idx="6403">90</cx:pt>
          <cx:pt idx="6404">229</cx:pt>
          <cx:pt idx="6405">166</cx:pt>
          <cx:pt idx="6406">110</cx:pt>
          <cx:pt idx="6407">110</cx:pt>
          <cx:pt idx="6408">100</cx:pt>
          <cx:pt idx="6409">119</cx:pt>
          <cx:pt idx="6410">389</cx:pt>
          <cx:pt idx="6411">108</cx:pt>
          <cx:pt idx="6412">95</cx:pt>
          <cx:pt idx="6413">94</cx:pt>
          <cx:pt idx="6414">110</cx:pt>
          <cx:pt idx="6415">80</cx:pt>
          <cx:pt idx="6416">350</cx:pt>
          <cx:pt idx="6417">129</cx:pt>
          <cx:pt idx="6418">130</cx:pt>
          <cx:pt idx="6419">80</cx:pt>
          <cx:pt idx="6420">253</cx:pt>
          <cx:pt idx="6421">229</cx:pt>
          <cx:pt idx="6422">200</cx:pt>
          <cx:pt idx="6423">149</cx:pt>
          <cx:pt idx="6424">42</cx:pt>
          <cx:pt idx="6425">80</cx:pt>
          <cx:pt idx="6426">95</cx:pt>
          <cx:pt idx="6427">120</cx:pt>
          <cx:pt idx="6428">105</cx:pt>
          <cx:pt idx="6429">250</cx:pt>
          <cx:pt idx="6430">99</cx:pt>
          <cx:pt idx="6431">63</cx:pt>
          <cx:pt idx="6432">102</cx:pt>
          <cx:pt idx="6433">90</cx:pt>
          <cx:pt idx="6434">60</cx:pt>
          <cx:pt idx="6435">150</cx:pt>
          <cx:pt idx="6436">118</cx:pt>
          <cx:pt idx="6437">60</cx:pt>
          <cx:pt idx="6438">62</cx:pt>
          <cx:pt idx="6439">129</cx:pt>
          <cx:pt idx="6440">124</cx:pt>
          <cx:pt idx="6441">75</cx:pt>
          <cx:pt idx="6442">99</cx:pt>
          <cx:pt idx="6443">125</cx:pt>
          <cx:pt idx="6444">155</cx:pt>
          <cx:pt idx="6445">100</cx:pt>
          <cx:pt idx="6446">80</cx:pt>
          <cx:pt idx="6447">80</cx:pt>
          <cx:pt idx="6448">133</cx:pt>
          <cx:pt idx="6449">140</cx:pt>
          <cx:pt idx="6450">215</cx:pt>
          <cx:pt idx="6451">130</cx:pt>
          <cx:pt idx="6452">220</cx:pt>
          <cx:pt idx="6453">144</cx:pt>
          <cx:pt idx="6454">100</cx:pt>
          <cx:pt idx="6455">150</cx:pt>
          <cx:pt idx="6456">83</cx:pt>
          <cx:pt idx="6457">39</cx:pt>
          <cx:pt idx="6458">120</cx:pt>
          <cx:pt idx="6459">67</cx:pt>
          <cx:pt idx="6460">168</cx:pt>
          <cx:pt idx="6461">90</cx:pt>
          <cx:pt idx="6462">42</cx:pt>
          <cx:pt idx="6463">63</cx:pt>
          <cx:pt idx="6464">108</cx:pt>
          <cx:pt idx="6465">102</cx:pt>
          <cx:pt idx="6466">135</cx:pt>
          <cx:pt idx="6467">174</cx:pt>
          <cx:pt idx="6468">70</cx:pt>
          <cx:pt idx="6469">103</cx:pt>
          <cx:pt idx="6470">100</cx:pt>
          <cx:pt idx="6471">160</cx:pt>
          <cx:pt idx="6472">129</cx:pt>
          <cx:pt idx="6473">82</cx:pt>
          <cx:pt idx="6474">90</cx:pt>
          <cx:pt idx="6475">76</cx:pt>
          <cx:pt idx="6476">50</cx:pt>
          <cx:pt idx="6477">114</cx:pt>
          <cx:pt idx="6478">85</cx:pt>
          <cx:pt idx="6479">95</cx:pt>
          <cx:pt idx="6480">90</cx:pt>
          <cx:pt idx="6481">275</cx:pt>
          <cx:pt idx="6482">155</cx:pt>
          <cx:pt idx="6483">307</cx:pt>
          <cx:pt idx="6484">131</cx:pt>
          <cx:pt idx="6485">179</cx:pt>
          <cx:pt idx="6486">95</cx:pt>
          <cx:pt idx="6487">139</cx:pt>
          <cx:pt idx="6488">95</cx:pt>
          <cx:pt idx="6489">170</cx:pt>
          <cx:pt idx="6490">100</cx:pt>
          <cx:pt idx="6491">94</cx:pt>
          <cx:pt idx="6492">80</cx:pt>
          <cx:pt idx="6493">98</cx:pt>
          <cx:pt idx="6494">390</cx:pt>
          <cx:pt idx="6495">166</cx:pt>
          <cx:pt idx="6496">103</cx:pt>
          <cx:pt idx="6497">275</cx:pt>
          <cx:pt idx="6498">150</cx:pt>
          <cx:pt idx="6499">121</cx:pt>
          <cx:pt idx="6500">129</cx:pt>
          <cx:pt idx="6501">100</cx:pt>
          <cx:pt idx="6502">50</cx:pt>
          <cx:pt idx="6503">200</cx:pt>
          <cx:pt idx="6504">90</cx:pt>
          <cx:pt idx="6505">94</cx:pt>
          <cx:pt idx="6506">100</cx:pt>
          <cx:pt idx="6507">75</cx:pt>
          <cx:pt idx="6508">99</cx:pt>
          <cx:pt idx="6509">225</cx:pt>
          <cx:pt idx="6510">129</cx:pt>
          <cx:pt idx="6511">160</cx:pt>
          <cx:pt idx="6512">103</cx:pt>
          <cx:pt idx="6513">108</cx:pt>
          <cx:pt idx="6514">140</cx:pt>
          <cx:pt idx="6515">75</cx:pt>
          <cx:pt idx="6516">130</cx:pt>
          <cx:pt idx="6517">115</cx:pt>
          <cx:pt idx="6518">110</cx:pt>
          <cx:pt idx="6519">159</cx:pt>
          <cx:pt idx="6520">100</cx:pt>
          <cx:pt idx="6521">135</cx:pt>
          <cx:pt idx="6522">143</cx:pt>
          <cx:pt idx="6523">180</cx:pt>
          <cx:pt idx="6524">260</cx:pt>
          <cx:pt idx="6525">118</cx:pt>
          <cx:pt idx="6526">270</cx:pt>
          <cx:pt idx="6527">100</cx:pt>
          <cx:pt idx="6528">79</cx:pt>
          <cx:pt idx="6529">250</cx:pt>
          <cx:pt idx="6530">170</cx:pt>
          <cx:pt idx="6531">160</cx:pt>
          <cx:pt idx="6532">280</cx:pt>
          <cx:pt idx="6533">250</cx:pt>
          <cx:pt idx="6534">175</cx:pt>
          <cx:pt idx="6535">65</cx:pt>
          <cx:pt idx="6536">95</cx:pt>
          <cx:pt idx="6537">225</cx:pt>
          <cx:pt idx="6538">143</cx:pt>
          <cx:pt idx="6539">83</cx:pt>
          <cx:pt idx="6540">128</cx:pt>
          <cx:pt idx="6541">150</cx:pt>
          <cx:pt idx="6542">99</cx:pt>
          <cx:pt idx="6543">150</cx:pt>
          <cx:pt idx="6544">220</cx:pt>
          <cx:pt idx="6545">80</cx:pt>
          <cx:pt idx="6546">135</cx:pt>
          <cx:pt idx="6547">100</cx:pt>
          <cx:pt idx="6548">156</cx:pt>
          <cx:pt idx="6549">85</cx:pt>
          <cx:pt idx="6550">500</cx:pt>
          <cx:pt idx="6551">90</cx:pt>
          <cx:pt idx="6552">130</cx:pt>
          <cx:pt idx="6553">277</cx:pt>
          <cx:pt idx="6554">80</cx:pt>
          <cx:pt idx="6555">100</cx:pt>
          <cx:pt idx="6556">120</cx:pt>
          <cx:pt idx="6557">155</cx:pt>
          <cx:pt idx="6558">250</cx:pt>
          <cx:pt idx="6559">55</cx:pt>
          <cx:pt idx="6560">99</cx:pt>
          <cx:pt idx="6561">190</cx:pt>
          <cx:pt idx="6562">230</cx:pt>
          <cx:pt idx="6563">80</cx:pt>
          <cx:pt idx="6564">199</cx:pt>
          <cx:pt idx="6565">280</cx:pt>
          <cx:pt idx="6566">75</cx:pt>
          <cx:pt idx="6567">140</cx:pt>
          <cx:pt idx="6568">178</cx:pt>
          <cx:pt idx="6569">250</cx:pt>
          <cx:pt idx="6570">153</cx:pt>
          <cx:pt idx="6571">175</cx:pt>
          <cx:pt idx="6572">80</cx:pt>
          <cx:pt idx="6573">220</cx:pt>
          <cx:pt idx="6574">130</cx:pt>
          <cx:pt idx="6575">110</cx:pt>
          <cx:pt idx="6576">87</cx:pt>
          <cx:pt idx="6577">178</cx:pt>
          <cx:pt idx="6578">200</cx:pt>
          <cx:pt idx="6579">153</cx:pt>
          <cx:pt idx="6580">79</cx:pt>
          <cx:pt idx="6581">36</cx:pt>
          <cx:pt idx="6582">230</cx:pt>
          <cx:pt idx="6583">249</cx:pt>
          <cx:pt idx="6584">100</cx:pt>
          <cx:pt idx="6585">150</cx:pt>
          <cx:pt idx="6586">130</cx:pt>
          <cx:pt idx="6587">140</cx:pt>
          <cx:pt idx="6588">124</cx:pt>
          <cx:pt idx="6589">70</cx:pt>
          <cx:pt idx="6590">89</cx:pt>
          <cx:pt idx="6591">108</cx:pt>
          <cx:pt idx="6592">145</cx:pt>
          <cx:pt idx="6593">170</cx:pt>
          <cx:pt idx="6594">89</cx:pt>
          <cx:pt idx="6595">120</cx:pt>
          <cx:pt idx="6596">120</cx:pt>
          <cx:pt idx="6597">99</cx:pt>
          <cx:pt idx="6598">149</cx:pt>
          <cx:pt idx="6599">130</cx:pt>
          <cx:pt idx="6600">395</cx:pt>
          <cx:pt idx="6601">99</cx:pt>
          <cx:pt idx="6602">50</cx:pt>
          <cx:pt idx="6603">147</cx:pt>
          <cx:pt idx="6604">117</cx:pt>
          <cx:pt idx="6605">199</cx:pt>
          <cx:pt idx="6606">145</cx:pt>
          <cx:pt idx="6607">124</cx:pt>
          <cx:pt idx="6608">300</cx:pt>
          <cx:pt idx="6609">100</cx:pt>
          <cx:pt idx="6610">85</cx:pt>
          <cx:pt idx="6611">110</cx:pt>
          <cx:pt idx="6612">105</cx:pt>
          <cx:pt idx="6613">110</cx:pt>
          <cx:pt idx="6614">110</cx:pt>
          <cx:pt idx="6615">65</cx:pt>
          <cx:pt idx="6616">180</cx:pt>
          <cx:pt idx="6617">75</cx:pt>
          <cx:pt idx="6618">150</cx:pt>
          <cx:pt idx="6619">75</cx:pt>
          <cx:pt idx="6620">135</cx:pt>
          <cx:pt idx="6621">180</cx:pt>
          <cx:pt idx="6622">200</cx:pt>
          <cx:pt idx="6623">170</cx:pt>
          <cx:pt idx="6624">150</cx:pt>
          <cx:pt idx="6625">249</cx:pt>
          <cx:pt idx="6626">75</cx:pt>
          <cx:pt idx="6627">175</cx:pt>
          <cx:pt idx="6628">116</cx:pt>
          <cx:pt idx="6629">125</cx:pt>
          <cx:pt idx="6630">150</cx:pt>
          <cx:pt idx="6631">95</cx:pt>
          <cx:pt idx="6632">90</cx:pt>
          <cx:pt idx="6633">189</cx:pt>
          <cx:pt idx="6634">120</cx:pt>
          <cx:pt idx="6635">100</cx:pt>
          <cx:pt idx="6636">75</cx:pt>
          <cx:pt idx="6637">125</cx:pt>
          <cx:pt idx="6638">125</cx:pt>
          <cx:pt idx="6639">85</cx:pt>
          <cx:pt idx="6640">85</cx:pt>
          <cx:pt idx="6641">200</cx:pt>
          <cx:pt idx="6642">115</cx:pt>
          <cx:pt idx="6643">75</cx:pt>
          <cx:pt idx="6644">105</cx:pt>
          <cx:pt idx="6645">170</cx:pt>
          <cx:pt idx="6646">210</cx:pt>
          <cx:pt idx="6647">165</cx:pt>
          <cx:pt idx="6648">131</cx:pt>
          <cx:pt idx="6649">82</cx:pt>
          <cx:pt idx="6650">325</cx:pt>
          <cx:pt idx="6651">90</cx:pt>
          <cx:pt idx="6652">95</cx:pt>
          <cx:pt idx="6653">95</cx:pt>
          <cx:pt idx="6654">45</cx:pt>
          <cx:pt idx="6655">75</cx:pt>
          <cx:pt idx="6656">100</cx:pt>
          <cx:pt idx="6657">125</cx:pt>
          <cx:pt idx="6658">199</cx:pt>
          <cx:pt idx="6659">150</cx:pt>
          <cx:pt idx="6660">150</cx:pt>
          <cx:pt idx="6661">75</cx:pt>
          <cx:pt idx="6662">150</cx:pt>
          <cx:pt idx="6663">157</cx:pt>
          <cx:pt idx="6664">110</cx:pt>
          <cx:pt idx="6665">79</cx:pt>
          <cx:pt idx="6666">120</cx:pt>
          <cx:pt idx="6667">110</cx:pt>
          <cx:pt idx="6668">275</cx:pt>
          <cx:pt idx="6669">95</cx:pt>
          <cx:pt idx="6670">220</cx:pt>
          <cx:pt idx="6671">55</cx:pt>
          <cx:pt idx="6672">115</cx:pt>
          <cx:pt idx="6673">231</cx:pt>
          <cx:pt idx="6674">150</cx:pt>
          <cx:pt idx="6675">148</cx:pt>
          <cx:pt idx="6676">164</cx:pt>
          <cx:pt idx="6677">157</cx:pt>
          <cx:pt idx="6678">125</cx:pt>
          <cx:pt idx="6679">307</cx:pt>
          <cx:pt idx="6680">165</cx:pt>
          <cx:pt idx="6681">132</cx:pt>
          <cx:pt idx="6682">140</cx:pt>
          <cx:pt idx="6683">185</cx:pt>
          <cx:pt idx="6684">129</cx:pt>
          <cx:pt idx="6685">224</cx:pt>
          <cx:pt idx="6686">221</cx:pt>
          <cx:pt idx="6687">169</cx:pt>
          <cx:pt idx="6688">300</cx:pt>
          <cx:pt idx="6689">68</cx:pt>
          <cx:pt idx="6690">228</cx:pt>
          <cx:pt idx="6691">150</cx:pt>
          <cx:pt idx="6692">98</cx:pt>
          <cx:pt idx="6693">180</cx:pt>
          <cx:pt idx="6694">149</cx:pt>
          <cx:pt idx="6695">104</cx:pt>
          <cx:pt idx="6696">170</cx:pt>
          <cx:pt idx="6697">149</cx:pt>
          <cx:pt idx="6698">120</cx:pt>
          <cx:pt idx="6699">159</cx:pt>
          <cx:pt idx="6700">150</cx:pt>
          <cx:pt idx="6701">55</cx:pt>
          <cx:pt idx="6702">95</cx:pt>
          <cx:pt idx="6703">159</cx:pt>
          <cx:pt idx="6704">225</cx:pt>
          <cx:pt idx="6705">216</cx:pt>
          <cx:pt idx="6706">70</cx:pt>
          <cx:pt idx="6707">85</cx:pt>
          <cx:pt idx="6708">285</cx:pt>
          <cx:pt idx="6709">166</cx:pt>
          <cx:pt idx="6710">164</cx:pt>
          <cx:pt idx="6711">91</cx:pt>
          <cx:pt idx="6712">220</cx:pt>
          <cx:pt idx="6713">89</cx:pt>
          <cx:pt idx="6714">70</cx:pt>
          <cx:pt idx="6715">150</cx:pt>
          <cx:pt idx="6716">61</cx:pt>
          <cx:pt idx="6717">197</cx:pt>
          <cx:pt idx="6718">119</cx:pt>
          <cx:pt idx="6719">72</cx:pt>
          <cx:pt idx="6720">150</cx:pt>
          <cx:pt idx="6721">289</cx:pt>
          <cx:pt idx="6722">115</cx:pt>
          <cx:pt idx="6723">80</cx:pt>
          <cx:pt idx="6724">175</cx:pt>
          <cx:pt idx="6725">125</cx:pt>
          <cx:pt idx="6726">80</cx:pt>
          <cx:pt idx="6727">160</cx:pt>
          <cx:pt idx="6728">100</cx:pt>
          <cx:pt idx="6729">149</cx:pt>
          <cx:pt idx="6730">220</cx:pt>
          <cx:pt idx="6731">225</cx:pt>
          <cx:pt idx="6732">220</cx:pt>
          <cx:pt idx="6733">90</cx:pt>
          <cx:pt idx="6734">320</cx:pt>
          <cx:pt idx="6735">139</cx:pt>
          <cx:pt idx="6736">190</cx:pt>
          <cx:pt idx="6737">130</cx:pt>
          <cx:pt idx="6738">185</cx:pt>
          <cx:pt idx="6739">300</cx:pt>
          <cx:pt idx="6740">60</cx:pt>
          <cx:pt idx="6741">75</cx:pt>
          <cx:pt idx="6742">200</cx:pt>
          <cx:pt idx="6743">90</cx:pt>
          <cx:pt idx="6744">150</cx:pt>
          <cx:pt idx="6745">129</cx:pt>
          <cx:pt idx="6746">220</cx:pt>
          <cx:pt idx="6747">110</cx:pt>
          <cx:pt idx="6748">140</cx:pt>
          <cx:pt idx="6749">140</cx:pt>
          <cx:pt idx="6750">155</cx:pt>
          <cx:pt idx="6751">89</cx:pt>
          <cx:pt idx="6752">101</cx:pt>
          <cx:pt idx="6753">216</cx:pt>
          <cx:pt idx="6754">186</cx:pt>
          <cx:pt idx="6755">175</cx:pt>
          <cx:pt idx="6756">95</cx:pt>
          <cx:pt idx="6757">133</cx:pt>
          <cx:pt idx="6758">150</cx:pt>
          <cx:pt idx="6759">264</cx:pt>
          <cx:pt idx="6760">140</cx:pt>
          <cx:pt idx="6761">136</cx:pt>
          <cx:pt idx="6762">171</cx:pt>
          <cx:pt idx="6763">175</cx:pt>
          <cx:pt idx="6764">125</cx:pt>
          <cx:pt idx="6765">168</cx:pt>
          <cx:pt idx="6766">71</cx:pt>
          <cx:pt idx="6767">210</cx:pt>
          <cx:pt idx="6768">85</cx:pt>
          <cx:pt idx="6769">125</cx:pt>
          <cx:pt idx="6770">110</cx:pt>
          <cx:pt idx="6771">155</cx:pt>
          <cx:pt idx="6772">110</cx:pt>
          <cx:pt idx="6773">189</cx:pt>
          <cx:pt idx="6774">159</cx:pt>
          <cx:pt idx="6775">107</cx:pt>
          <cx:pt idx="6776">110</cx:pt>
          <cx:pt idx="6777">79</cx:pt>
          <cx:pt idx="6778">90</cx:pt>
          <cx:pt idx="6779">300</cx:pt>
          <cx:pt idx="6780">180</cx:pt>
          <cx:pt idx="6781">250</cx:pt>
          <cx:pt idx="6782">100</cx:pt>
          <cx:pt idx="6783">100</cx:pt>
          <cx:pt idx="6784">61</cx:pt>
          <cx:pt idx="6785">125</cx:pt>
          <cx:pt idx="6786">149</cx:pt>
          <cx:pt idx="6787">150</cx:pt>
          <cx:pt idx="6788">98</cx:pt>
          <cx:pt idx="6789">50</cx:pt>
          <cx:pt idx="6790">300</cx:pt>
          <cx:pt idx="6791">80</cx:pt>
          <cx:pt idx="6792">175</cx:pt>
          <cx:pt idx="6793">40</cx:pt>
          <cx:pt idx="6794">199</cx:pt>
          <cx:pt idx="6795">215</cx:pt>
          <cx:pt idx="6796">80</cx:pt>
          <cx:pt idx="6797">100</cx:pt>
          <cx:pt idx="6798">89</cx:pt>
          <cx:pt idx="6799">140</cx:pt>
          <cx:pt idx="6800">230</cx:pt>
          <cx:pt idx="6801">110</cx:pt>
          <cx:pt idx="6802">500</cx:pt>
          <cx:pt idx="6803">95</cx:pt>
          <cx:pt idx="6804">202</cx:pt>
          <cx:pt idx="6805">130</cx:pt>
          <cx:pt idx="6806">81</cx:pt>
          <cx:pt idx="6807">85</cx:pt>
          <cx:pt idx="6808">180</cx:pt>
          <cx:pt idx="6809">150</cx:pt>
          <cx:pt idx="6810">170</cx:pt>
          <cx:pt idx="6811">160</cx:pt>
          <cx:pt idx="6812">160</cx:pt>
          <cx:pt idx="6813">200</cx:pt>
          <cx:pt idx="6814">148</cx:pt>
          <cx:pt idx="6815">150</cx:pt>
          <cx:pt idx="6816">125</cx:pt>
          <cx:pt idx="6817">240</cx:pt>
          <cx:pt idx="6818">200</cx:pt>
          <cx:pt idx="6819">120</cx:pt>
          <cx:pt idx="6820">120</cx:pt>
          <cx:pt idx="6821">83</cx:pt>
          <cx:pt idx="6822">500</cx:pt>
          <cx:pt idx="6823">125</cx:pt>
          <cx:pt idx="6824">275</cx:pt>
          <cx:pt idx="6825">204</cx:pt>
          <cx:pt idx="6826">149</cx:pt>
          <cx:pt idx="6827">109</cx:pt>
          <cx:pt idx="6828">100</cx:pt>
          <cx:pt idx="6829">106</cx:pt>
          <cx:pt idx="6830">160</cx:pt>
          <cx:pt idx="6831">220</cx:pt>
          <cx:pt idx="6832">145</cx:pt>
          <cx:pt idx="6833">165</cx:pt>
          <cx:pt idx="6834">215</cx:pt>
          <cx:pt idx="6835">91</cx:pt>
          <cx:pt idx="6836">150</cx:pt>
          <cx:pt idx="6837">108</cx:pt>
          <cx:pt idx="6838">88</cx:pt>
          <cx:pt idx="6839">60</cx:pt>
          <cx:pt idx="6840">130</cx:pt>
          <cx:pt idx="6841">150</cx:pt>
          <cx:pt idx="6842">250</cx:pt>
          <cx:pt idx="6843">155</cx:pt>
          <cx:pt idx="6844">48</cx:pt>
          <cx:pt idx="6845">200</cx:pt>
          <cx:pt idx="6846">275</cx:pt>
          <cx:pt idx="6847">89</cx:pt>
          <cx:pt idx="6848">132</cx:pt>
          <cx:pt idx="6849">169</cx:pt>
          <cx:pt idx="6850">240</cx:pt>
          <cx:pt idx="6851">56</cx:pt>
          <cx:pt idx="6852">120</cx:pt>
          <cx:pt idx="6853">47</cx:pt>
          <cx:pt idx="6854">135</cx:pt>
          <cx:pt idx="6855">225</cx:pt>
          <cx:pt idx="6856">199</cx:pt>
          <cx:pt idx="6857">70</cx:pt>
          <cx:pt idx="6858">320</cx:pt>
          <cx:pt idx="6859">200</cx:pt>
          <cx:pt idx="6860">120</cx:pt>
          <cx:pt idx="6861">155</cx:pt>
          <cx:pt idx="6862">85</cx:pt>
          <cx:pt idx="6863">125</cx:pt>
          <cx:pt idx="6864">120</cx:pt>
          <cx:pt idx="6865">130</cx:pt>
          <cx:pt idx="6866">208</cx:pt>
          <cx:pt idx="6867">150</cx:pt>
          <cx:pt idx="6868">120</cx:pt>
          <cx:pt idx="6869">60</cx:pt>
          <cx:pt idx="6870">153</cx:pt>
          <cx:pt idx="6871">161</cx:pt>
          <cx:pt idx="6872">270</cx:pt>
          <cx:pt idx="6873">250</cx:pt>
          <cx:pt idx="6874">142</cx:pt>
          <cx:pt idx="6875">73</cx:pt>
          <cx:pt idx="6876">135</cx:pt>
          <cx:pt idx="6877">160</cx:pt>
          <cx:pt idx="6878">180</cx:pt>
          <cx:pt idx="6879">150</cx:pt>
          <cx:pt idx="6880">142</cx:pt>
          <cx:pt idx="6881">179</cx:pt>
          <cx:pt idx="6882">130</cx:pt>
          <cx:pt idx="6883">165</cx:pt>
          <cx:pt idx="6884">100</cx:pt>
          <cx:pt idx="6885">199</cx:pt>
          <cx:pt idx="6886">149</cx:pt>
          <cx:pt idx="6887">100</cx:pt>
          <cx:pt idx="6888">175</cx:pt>
          <cx:pt idx="6889">96</cx:pt>
          <cx:pt idx="6890">245</cx:pt>
          <cx:pt idx="6891">300</cx:pt>
          <cx:pt idx="6892">237</cx:pt>
          <cx:pt idx="6893">100</cx:pt>
          <cx:pt idx="6894">182</cx:pt>
          <cx:pt idx="6895">120</cx:pt>
          <cx:pt idx="6896">55</cx:pt>
          <cx:pt idx="6897">120</cx:pt>
          <cx:pt idx="6898">240</cx:pt>
          <cx:pt idx="6899">143</cx:pt>
          <cx:pt idx="6900">220</cx:pt>
          <cx:pt idx="6901">85</cx:pt>
          <cx:pt idx="6902">210</cx:pt>
          <cx:pt idx="6903">75</cx:pt>
          <cx:pt idx="6904">80</cx:pt>
          <cx:pt idx="6905">155</cx:pt>
          <cx:pt idx="6906">58</cx:pt>
          <cx:pt idx="6907">400</cx:pt>
          <cx:pt idx="6908">79</cx:pt>
          <cx:pt idx="6909">236</cx:pt>
          <cx:pt idx="6910">120</cx:pt>
          <cx:pt idx="6911">106</cx:pt>
          <cx:pt idx="6912">150</cx:pt>
          <cx:pt idx="6913">103</cx:pt>
          <cx:pt idx="6914">100</cx:pt>
          <cx:pt idx="6915">314</cx:pt>
          <cx:pt idx="6916">107</cx:pt>
          <cx:pt idx="6917">165</cx:pt>
          <cx:pt idx="6918">259</cx:pt>
          <cx:pt idx="6919">170</cx:pt>
          <cx:pt idx="6920">145</cx:pt>
          <cx:pt idx="6921">220</cx:pt>
          <cx:pt idx="6922">184</cx:pt>
          <cx:pt idx="6923">74</cx:pt>
          <cx:pt idx="6924">150</cx:pt>
          <cx:pt idx="6925">65</cx:pt>
          <cx:pt idx="6926">141</cx:pt>
          <cx:pt idx="6927">214</cx:pt>
          <cx:pt idx="6928">124</cx:pt>
          <cx:pt idx="6929">120</cx:pt>
          <cx:pt idx="6930">249</cx:pt>
          <cx:pt idx="6931">115</cx:pt>
          <cx:pt idx="6932">220</cx:pt>
          <cx:pt idx="6933">160</cx:pt>
          <cx:pt idx="6934">140</cx:pt>
          <cx:pt idx="6935">138</cx:pt>
          <cx:pt idx="6936">85</cx:pt>
          <cx:pt idx="6937">150</cx:pt>
          <cx:pt idx="6938">169</cx:pt>
          <cx:pt idx="6939">450</cx:pt>
          <cx:pt idx="6940">137</cx:pt>
          <cx:pt idx="6941">117</cx:pt>
          <cx:pt idx="6942">118</cx:pt>
          <cx:pt idx="6943">41</cx:pt>
          <cx:pt idx="6944">173</cx:pt>
          <cx:pt idx="6945">135</cx:pt>
          <cx:pt idx="6946">120</cx:pt>
          <cx:pt idx="6947">195</cx:pt>
          <cx:pt idx="6948">87</cx:pt>
          <cx:pt idx="6949">159</cx:pt>
          <cx:pt idx="6950">118</cx:pt>
          <cx:pt idx="6951">195</cx:pt>
          <cx:pt idx="6952">150</cx:pt>
          <cx:pt idx="6953">175</cx:pt>
          <cx:pt idx="6954">70</cx:pt>
          <cx:pt idx="6955">171</cx:pt>
          <cx:pt idx="6956">350</cx:pt>
          <cx:pt idx="6957">45</cx:pt>
          <cx:pt idx="6958">164</cx:pt>
          <cx:pt idx="6959">300</cx:pt>
          <cx:pt idx="6960">196</cx:pt>
          <cx:pt idx="6961">80</cx:pt>
          <cx:pt idx="6962">148</cx:pt>
          <cx:pt idx="6963">230</cx:pt>
          <cx:pt idx="6964">115</cx:pt>
          <cx:pt idx="6965">100</cx:pt>
          <cx:pt idx="6966">76</cx:pt>
          <cx:pt idx="6967">198</cx:pt>
          <cx:pt idx="6968">97</cx:pt>
          <cx:pt idx="6969">165</cx:pt>
          <cx:pt idx="6970">82</cx:pt>
          <cx:pt idx="6971">105</cx:pt>
          <cx:pt idx="6972">400</cx:pt>
          <cx:pt idx="6973">85</cx:pt>
          <cx:pt idx="6974">129</cx:pt>
          <cx:pt idx="6975">102</cx:pt>
          <cx:pt idx="6976">150</cx:pt>
          <cx:pt idx="6977">60</cx:pt>
          <cx:pt idx="6978">120</cx:pt>
          <cx:pt idx="6979">77</cx:pt>
          <cx:pt idx="6980">118</cx:pt>
          <cx:pt idx="6981">130</cx:pt>
          <cx:pt idx="6982">249</cx:pt>
          <cx:pt idx="6983">100</cx:pt>
          <cx:pt idx="6984">159</cx:pt>
          <cx:pt idx="6985">130</cx:pt>
          <cx:pt idx="6986">79</cx:pt>
          <cx:pt idx="6987">109</cx:pt>
          <cx:pt idx="6988">44</cx:pt>
          <cx:pt idx="6989">165</cx:pt>
          <cx:pt idx="6990">74</cx:pt>
          <cx:pt idx="6991">150</cx:pt>
          <cx:pt idx="6992">136</cx:pt>
          <cx:pt idx="6993">100</cx:pt>
          <cx:pt idx="6994">184</cx:pt>
          <cx:pt idx="6995">75</cx:pt>
          <cx:pt idx="6996">100</cx:pt>
          <cx:pt idx="6997">100</cx:pt>
          <cx:pt idx="6998">175</cx:pt>
          <cx:pt idx="6999">110</cx:pt>
          <cx:pt idx="7000">100</cx:pt>
          <cx:pt idx="7001">73</cx:pt>
          <cx:pt idx="7002">175</cx:pt>
          <cx:pt idx="7003">150</cx:pt>
          <cx:pt idx="7004">170</cx:pt>
          <cx:pt idx="7005">129</cx:pt>
          <cx:pt idx="7006">70</cx:pt>
          <cx:pt idx="7007">135</cx:pt>
          <cx:pt idx="7008">50</cx:pt>
          <cx:pt idx="7009">105</cx:pt>
          <cx:pt idx="7010">120</cx:pt>
          <cx:pt idx="7011">174</cx:pt>
          <cx:pt idx="7012">130</cx:pt>
          <cx:pt idx="7013">100</cx:pt>
          <cx:pt idx="7014">150</cx:pt>
          <cx:pt idx="7015">144</cx:pt>
          <cx:pt idx="7016">109</cx:pt>
          <cx:pt idx="7017">95</cx:pt>
          <cx:pt idx="7018">119</cx:pt>
          <cx:pt idx="7019">175</cx:pt>
          <cx:pt idx="7020">450</cx:pt>
          <cx:pt idx="7021">199</cx:pt>
          <cx:pt idx="7022">140</cx:pt>
          <cx:pt idx="7023">139</cx:pt>
          <cx:pt idx="7024">121</cx:pt>
          <cx:pt idx="7025">120</cx:pt>
          <cx:pt idx="7026">125</cx:pt>
          <cx:pt idx="7027">300</cx:pt>
          <cx:pt idx="7028">275</cx:pt>
          <cx:pt idx="7029">110</cx:pt>
          <cx:pt idx="7030">120</cx:pt>
          <cx:pt idx="7031">70</cx:pt>
          <cx:pt idx="7032">156</cx:pt>
          <cx:pt idx="7033">160</cx:pt>
          <cx:pt idx="7034">99</cx:pt>
          <cx:pt idx="7035">222</cx:pt>
          <cx:pt idx="7036">83</cx:pt>
          <cx:pt idx="7037">150</cx:pt>
          <cx:pt idx="7038">88</cx:pt>
          <cx:pt idx="7039">166</cx:pt>
          <cx:pt idx="7040">190</cx:pt>
          <cx:pt idx="7041">199</cx:pt>
          <cx:pt idx="7042">84</cx:pt>
          <cx:pt idx="7043">195</cx:pt>
          <cx:pt idx="7044">95</cx:pt>
          <cx:pt idx="7045">99</cx:pt>
          <cx:pt idx="7046">92</cx:pt>
          <cx:pt idx="7047">65</cx:pt>
          <cx:pt idx="7048">180</cx:pt>
          <cx:pt idx="7049">159</cx:pt>
          <cx:pt idx="7050">90</cx:pt>
          <cx:pt idx="7051">100</cx:pt>
          <cx:pt idx="7052">307</cx:pt>
          <cx:pt idx="7053">250</cx:pt>
          <cx:pt idx="7054">135</cx:pt>
          <cx:pt idx="7055">110</cx:pt>
          <cx:pt idx="7056">108</cx:pt>
          <cx:pt idx="7057">34</cx:pt>
          <cx:pt idx="7058">185</cx:pt>
          <cx:pt idx="7059">251</cx:pt>
          <cx:pt idx="7060">147</cx:pt>
          <cx:pt idx="7061">160</cx:pt>
          <cx:pt idx="7062">165</cx:pt>
          <cx:pt idx="7063">57</cx:pt>
          <cx:pt idx="7064">90</cx:pt>
          <cx:pt idx="7065">386</cx:pt>
          <cx:pt idx="7066">286</cx:pt>
          <cx:pt idx="7067">120</cx:pt>
          <cx:pt idx="7068">180</cx:pt>
          <cx:pt idx="7069">50</cx:pt>
          <cx:pt idx="7070">110</cx:pt>
          <cx:pt idx="7071">110</cx:pt>
          <cx:pt idx="7072">135</cx:pt>
          <cx:pt idx="7073">170</cx:pt>
          <cx:pt idx="7074">83</cx:pt>
          <cx:pt idx="7075">65</cx:pt>
          <cx:pt idx="7076">120</cx:pt>
          <cx:pt idx="7077">128</cx:pt>
          <cx:pt idx="7078">280</cx:pt>
          <cx:pt idx="7079">100</cx:pt>
          <cx:pt idx="7080">62</cx:pt>
          <cx:pt idx="7081">166</cx:pt>
          <cx:pt idx="7082">200</cx:pt>
          <cx:pt idx="7083">229</cx:pt>
          <cx:pt idx="7084">136</cx:pt>
          <cx:pt idx="7085">175</cx:pt>
          <cx:pt idx="7086">99</cx:pt>
          <cx:pt idx="7087">135</cx:pt>
          <cx:pt idx="7088">40</cx:pt>
          <cx:pt idx="7089">155</cx:pt>
          <cx:pt idx="7090">100</cx:pt>
          <cx:pt idx="7091">145</cx:pt>
          <cx:pt idx="7092">123</cx:pt>
          <cx:pt idx="7093">57</cx:pt>
          <cx:pt idx="7094">380</cx:pt>
          <cx:pt idx="7095">250</cx:pt>
          <cx:pt idx="7096">120</cx:pt>
          <cx:pt idx="7097">190</cx:pt>
          <cx:pt idx="7098">150</cx:pt>
          <cx:pt idx="7099">130</cx:pt>
          <cx:pt idx="7100">50</cx:pt>
          <cx:pt idx="7101">73</cx:pt>
          <cx:pt idx="7102">244</cx:pt>
          <cx:pt idx="7103">79</cx:pt>
          <cx:pt idx="7104">131</cx:pt>
          <cx:pt idx="7105">195</cx:pt>
          <cx:pt idx="7106">120</cx:pt>
          <cx:pt idx="7107">100</cx:pt>
          <cx:pt idx="7108">119</cx:pt>
          <cx:pt idx="7109">65</cx:pt>
          <cx:pt idx="7110">199</cx:pt>
          <cx:pt idx="7111">104</cx:pt>
          <cx:pt idx="7112">145</cx:pt>
          <cx:pt idx="7113">108</cx:pt>
          <cx:pt idx="7114">135</cx:pt>
          <cx:pt idx="7115">165</cx:pt>
          <cx:pt idx="7116">70</cx:pt>
          <cx:pt idx="7117">135</cx:pt>
          <cx:pt idx="7118">70</cx:pt>
          <cx:pt idx="7119">110</cx:pt>
          <cx:pt idx="7120">120</cx:pt>
          <cx:pt idx="7121">150</cx:pt>
          <cx:pt idx="7122">80</cx:pt>
          <cx:pt idx="7123">125</cx:pt>
          <cx:pt idx="7124">96</cx:pt>
          <cx:pt idx="7125">187</cx:pt>
          <cx:pt idx="7126">135</cx:pt>
          <cx:pt idx="7127">80</cx:pt>
          <cx:pt idx="7128">140</cx:pt>
          <cx:pt idx="7129">130</cx:pt>
          <cx:pt idx="7130">75</cx:pt>
          <cx:pt idx="7131">79</cx:pt>
          <cx:pt idx="7132">175</cx:pt>
          <cx:pt idx="7133">150</cx:pt>
          <cx:pt idx="7134">225</cx:pt>
          <cx:pt idx="7135">59</cx:pt>
          <cx:pt idx="7136">121</cx:pt>
          <cx:pt idx="7137">171</cx:pt>
          <cx:pt idx="7138">350</cx:pt>
          <cx:pt idx="7139">100</cx:pt>
          <cx:pt idx="7140">50</cx:pt>
          <cx:pt idx="7141">200</cx:pt>
          <cx:pt idx="7142">125</cx:pt>
          <cx:pt idx="7143">129</cx:pt>
          <cx:pt idx="7144">120</cx:pt>
          <cx:pt idx="7145">135</cx:pt>
          <cx:pt idx="7146">298</cx:pt>
          <cx:pt idx="7147">115</cx:pt>
          <cx:pt idx="7148">121</cx:pt>
          <cx:pt idx="7149">101</cx:pt>
          <cx:pt idx="7150">169</cx:pt>
          <cx:pt idx="7151">140</cx:pt>
          <cx:pt idx="7152">33</cx:pt>
          <cx:pt idx="7153">139</cx:pt>
          <cx:pt idx="7154">95</cx:pt>
          <cx:pt idx="7155">220</cx:pt>
          <cx:pt idx="7156">160</cx:pt>
          <cx:pt idx="7157">200</cx:pt>
          <cx:pt idx="7158">130</cx:pt>
          <cx:pt idx="7159">120</cx:pt>
          <cx:pt idx="7160">189</cx:pt>
          <cx:pt idx="7161">175</cx:pt>
          <cx:pt idx="7162">250</cx:pt>
          <cx:pt idx="7163">95</cx:pt>
          <cx:pt idx="7164">179</cx:pt>
          <cx:pt idx="7165">120</cx:pt>
          <cx:pt idx="7166">75</cx:pt>
          <cx:pt idx="7167">160</cx:pt>
          <cx:pt idx="7168">150</cx:pt>
          <cx:pt idx="7169">149</cx:pt>
          <cx:pt idx="7170">90</cx:pt>
          <cx:pt idx="7171">150</cx:pt>
          <cx:pt idx="7172">250</cx:pt>
          <cx:pt idx="7173">180</cx:pt>
          <cx:pt idx="7174">85</cx:pt>
          <cx:pt idx="7175">125</cx:pt>
          <cx:pt idx="7176">186</cx:pt>
          <cx:pt idx="7177">145</cx:pt>
          <cx:pt idx="7178">100</cx:pt>
          <cx:pt idx="7179">190</cx:pt>
          <cx:pt idx="7180">139</cx:pt>
          <cx:pt idx="7181">150</cx:pt>
          <cx:pt idx="7182">150</cx:pt>
          <cx:pt idx="7183">180</cx:pt>
          <cx:pt idx="7184">87</cx:pt>
          <cx:pt idx="7185">60</cx:pt>
          <cx:pt idx="7186">115</cx:pt>
          <cx:pt idx="7187">150</cx:pt>
          <cx:pt idx="7188">130</cx:pt>
          <cx:pt idx="7189">133</cx:pt>
          <cx:pt idx="7190">147</cx:pt>
          <cx:pt idx="7191">350</cx:pt>
          <cx:pt idx="7192">120</cx:pt>
          <cx:pt idx="7193">90</cx:pt>
          <cx:pt idx="7194">200</cx:pt>
          <cx:pt idx="7195">130</cx:pt>
          <cx:pt idx="7196">49</cx:pt>
          <cx:pt idx="7197">150</cx:pt>
          <cx:pt idx="7198">150</cx:pt>
          <cx:pt idx="7199">250</cx:pt>
          <cx:pt idx="7200">100</cx:pt>
          <cx:pt idx="7201">120</cx:pt>
          <cx:pt idx="7202">99</cx:pt>
          <cx:pt idx="7203">188</cx:pt>
          <cx:pt idx="7204">209</cx:pt>
          <cx:pt idx="7205">146</cx:pt>
          <cx:pt idx="7206">152</cx:pt>
          <cx:pt idx="7207">50</cx:pt>
          <cx:pt idx="7208">108</cx:pt>
          <cx:pt idx="7209">113</cx:pt>
          <cx:pt idx="7210">126</cx:pt>
          <cx:pt idx="7211">90</cx:pt>
          <cx:pt idx="7212">170</cx:pt>
          <cx:pt idx="7213">158</cx:pt>
          <cx:pt idx="7214">208</cx:pt>
          <cx:pt idx="7215">99</cx:pt>
          <cx:pt idx="7216">199</cx:pt>
          <cx:pt idx="7217">130</cx:pt>
          <cx:pt idx="7218">314</cx:pt>
          <cx:pt idx="7219">119</cx:pt>
          <cx:pt idx="7220">65</cx:pt>
          <cx:pt idx="7221">300</cx:pt>
          <cx:pt idx="7222">170</cx:pt>
          <cx:pt idx="7223">126</cx:pt>
          <cx:pt idx="7224">152</cx:pt>
          <cx:pt idx="7225">201</cx:pt>
          <cx:pt idx="7226">65</cx:pt>
          <cx:pt idx="7227">125</cx:pt>
          <cx:pt idx="7228">130</cx:pt>
          <cx:pt idx="7229">395</cx:pt>
          <cx:pt idx="7230">250</cx:pt>
          <cx:pt idx="7231">67</cx:pt>
          <cx:pt idx="7232">70</cx:pt>
          <cx:pt idx="7233">115</cx:pt>
          <cx:pt idx="7234">180</cx:pt>
          <cx:pt idx="7235">129</cx:pt>
          <cx:pt idx="7236">120</cx:pt>
          <cx:pt idx="7237">175</cx:pt>
          <cx:pt idx="7238">150</cx:pt>
          <cx:pt idx="7239">69</cx:pt>
          <cx:pt idx="7240">75</cx:pt>
          <cx:pt idx="7241">110</cx:pt>
          <cx:pt idx="7242">210</cx:pt>
          <cx:pt idx="7243">101</cx:pt>
          <cx:pt idx="7244">100</cx:pt>
          <cx:pt idx="7245">150</cx:pt>
          <cx:pt idx="7246">110</cx:pt>
          <cx:pt idx="7247">91</cx:pt>
          <cx:pt idx="7248">158</cx:pt>
          <cx:pt idx="7249">135</cx:pt>
          <cx:pt idx="7250">100</cx:pt>
          <cx:pt idx="7251">199</cx:pt>
          <cx:pt idx="7252">200</cx:pt>
          <cx:pt idx="7253">349</cx:pt>
          <cx:pt idx="7254">150</cx:pt>
          <cx:pt idx="7255">110</cx:pt>
          <cx:pt idx="7256">135</cx:pt>
          <cx:pt idx="7257">100</cx:pt>
          <cx:pt idx="7258">275</cx:pt>
          <cx:pt idx="7259">152</cx:pt>
          <cx:pt idx="7260">165</cx:pt>
          <cx:pt idx="7261">60</cx:pt>
          <cx:pt idx="7262">100</cx:pt>
          <cx:pt idx="7263">90</cx:pt>
          <cx:pt idx="7264">150</cx:pt>
          <cx:pt idx="7265">119</cx:pt>
          <cx:pt idx="7266">95</cx:pt>
          <cx:pt idx="7267">150</cx:pt>
          <cx:pt idx="7268">150</cx:pt>
          <cx:pt idx="7269">120</cx:pt>
          <cx:pt idx="7270">80</cx:pt>
          <cx:pt idx="7271">131</cx:pt>
          <cx:pt idx="7272">229</cx:pt>
          <cx:pt idx="7273">130</cx:pt>
          <cx:pt idx="7274">160</cx:pt>
          <cx:pt idx="7275">135</cx:pt>
          <cx:pt idx="7276">170</cx:pt>
          <cx:pt idx="7277">150</cx:pt>
          <cx:pt idx="7278">129</cx:pt>
          <cx:pt idx="7279">145</cx:pt>
          <cx:pt idx="7280">500</cx:pt>
          <cx:pt idx="7281">184</cx:pt>
          <cx:pt idx="7282">99</cx:pt>
          <cx:pt idx="7283">150</cx:pt>
          <cx:pt idx="7284">200</cx:pt>
          <cx:pt idx="7285">180</cx:pt>
          <cx:pt idx="7286">120</cx:pt>
          <cx:pt idx="7287">395</cx:pt>
          <cx:pt idx="7288">110</cx:pt>
          <cx:pt idx="7289">135</cx:pt>
          <cx:pt idx="7290">125</cx:pt>
          <cx:pt idx="7291">150</cx:pt>
          <cx:pt idx="7292">100</cx:pt>
          <cx:pt idx="7293">169</cx:pt>
          <cx:pt idx="7294">60</cx:pt>
          <cx:pt idx="7295">90</cx:pt>
          <cx:pt idx="7296">145</cx:pt>
          <cx:pt idx="7297">150</cx:pt>
          <cx:pt idx="7298">95</cx:pt>
          <cx:pt idx="7299">65</cx:pt>
          <cx:pt idx="7300">150</cx:pt>
          <cx:pt idx="7301">125</cx:pt>
          <cx:pt idx="7302">46</cx:pt>
          <cx:pt idx="7303">125</cx:pt>
          <cx:pt idx="7304">100</cx:pt>
          <cx:pt idx="7305">150</cx:pt>
          <cx:pt idx="7306">200</cx:pt>
          <cx:pt idx="7307">100</cx:pt>
          <cx:pt idx="7308">179</cx:pt>
          <cx:pt idx="7309">100</cx:pt>
          <cx:pt idx="7310">54</cx:pt>
          <cx:pt idx="7311">157</cx:pt>
          <cx:pt idx="7312">55</cx:pt>
          <cx:pt idx="7313">114</cx:pt>
          <cx:pt idx="7314">119</cx:pt>
          <cx:pt idx="7315">159</cx:pt>
          <cx:pt idx="7316">150</cx:pt>
          <cx:pt idx="7317">180</cx:pt>
          <cx:pt idx="7318">80</cx:pt>
          <cx:pt idx="7319">85</cx:pt>
          <cx:pt idx="7320">125</cx:pt>
          <cx:pt idx="7321">85</cx:pt>
          <cx:pt idx="7322">180</cx:pt>
          <cx:pt idx="7323">121</cx:pt>
          <cx:pt idx="7324">150</cx:pt>
          <cx:pt idx="7325">48</cx:pt>
          <cx:pt idx="7326">211</cx:pt>
          <cx:pt idx="7327">180</cx:pt>
          <cx:pt idx="7328">155</cx:pt>
          <cx:pt idx="7329">240</cx:pt>
          <cx:pt idx="7330">170</cx:pt>
          <cx:pt idx="7331">182</cx:pt>
          <cx:pt idx="7332">80</cx:pt>
          <cx:pt idx="7333">100</cx:pt>
          <cx:pt idx="7334">100</cx:pt>
          <cx:pt idx="7335">79</cx:pt>
          <cx:pt idx="7336">120</cx:pt>
          <cx:pt idx="7337">330</cx:pt>
          <cx:pt idx="7338">120</cx:pt>
          <cx:pt idx="7339">95</cx:pt>
          <cx:pt idx="7340">100</cx:pt>
          <cx:pt idx="7341">129</cx:pt>
          <cx:pt idx="7342">29</cx:pt>
          <cx:pt idx="7343">140</cx:pt>
          <cx:pt idx="7344">225</cx:pt>
          <cx:pt idx="7345">144</cx:pt>
          <cx:pt idx="7346">100</cx:pt>
          <cx:pt idx="7347">165</cx:pt>
          <cx:pt idx="7348">86</cx:pt>
          <cx:pt idx="7349">129</cx:pt>
          <cx:pt idx="7350">150</cx:pt>
          <cx:pt idx="7351">150</cx:pt>
          <cx:pt idx="7352">43</cx:pt>
          <cx:pt idx="7353">131</cx:pt>
          <cx:pt idx="7354">145</cx:pt>
          <cx:pt idx="7355">163</cx:pt>
          <cx:pt idx="7356">190</cx:pt>
          <cx:pt idx="7357">75</cx:pt>
          <cx:pt idx="7358">84</cx:pt>
          <cx:pt idx="7359">55</cx:pt>
          <cx:pt idx="7360">150</cx:pt>
          <cx:pt idx="7361">54</cx:pt>
          <cx:pt idx="7362">225</cx:pt>
          <cx:pt idx="7363">95</cx:pt>
          <cx:pt idx="7364">70</cx:pt>
          <cx:pt idx="7365">150</cx:pt>
          <cx:pt idx="7366">125</cx:pt>
          <cx:pt idx="7367">159</cx:pt>
          <cx:pt idx="7368">70</cx:pt>
          <cx:pt idx="7369">75</cx:pt>
          <cx:pt idx="7370">94</cx:pt>
          <cx:pt idx="7371">229</cx:pt>
          <cx:pt idx="7372">100</cx:pt>
          <cx:pt idx="7373">90</cx:pt>
          <cx:pt idx="7374">229</cx:pt>
          <cx:pt idx="7375">35</cx:pt>
          <cx:pt idx="7376">51</cx:pt>
          <cx:pt idx="7377">143</cx:pt>
          <cx:pt idx="7378">125</cx:pt>
          <cx:pt idx="7379">350</cx:pt>
          <cx:pt idx="7380">120</cx:pt>
          <cx:pt idx="7381">130</cx:pt>
          <cx:pt idx="7382">95</cx:pt>
          <cx:pt idx="7383">140</cx:pt>
          <cx:pt idx="7384">161</cx:pt>
          <cx:pt idx="7385">97</cx:pt>
          <cx:pt idx="7386">160</cx:pt>
          <cx:pt idx="7387">200</cx:pt>
          <cx:pt idx="7388">100</cx:pt>
          <cx:pt idx="7389">120</cx:pt>
          <cx:pt idx="7390">160</cx:pt>
          <cx:pt idx="7391">102</cx:pt>
          <cx:pt idx="7392">110</cx:pt>
          <cx:pt idx="7393">70</cx:pt>
          <cx:pt idx="7394">106</cx:pt>
          <cx:pt idx="7395">115</cx:pt>
          <cx:pt idx="7396">333</cx:pt>
          <cx:pt idx="7397">100</cx:pt>
          <cx:pt idx="7398">150</cx:pt>
          <cx:pt idx="7399">100</cx:pt>
          <cx:pt idx="7400">130</cx:pt>
          <cx:pt idx="7401">95</cx:pt>
          <cx:pt idx="7402">80</cx:pt>
          <cx:pt idx="7403">140</cx:pt>
          <cx:pt idx="7404">150</cx:pt>
          <cx:pt idx="7405">195</cx:pt>
          <cx:pt idx="7406">119</cx:pt>
          <cx:pt idx="7407">186</cx:pt>
          <cx:pt idx="7408">220</cx:pt>
          <cx:pt idx="7409">125</cx:pt>
          <cx:pt idx="7410">100</cx:pt>
          <cx:pt idx="7411">112</cx:pt>
          <cx:pt idx="7412">76</cx:pt>
          <cx:pt idx="7413">200</cx:pt>
          <cx:pt idx="7414">120</cx:pt>
          <cx:pt idx="7415">256</cx:pt>
          <cx:pt idx="7416">210</cx:pt>
          <cx:pt idx="7417">49</cx:pt>
          <cx:pt idx="7418">338</cx:pt>
          <cx:pt idx="7419">119</cx:pt>
          <cx:pt idx="7420">124</cx:pt>
          <cx:pt idx="7421">249</cx:pt>
          <cx:pt idx="7422">235</cx:pt>
          <cx:pt idx="7423">71</cx:pt>
          <cx:pt idx="7424">187</cx:pt>
          <cx:pt idx="7425">99</cx:pt>
          <cx:pt idx="7426">130</cx:pt>
          <cx:pt idx="7427">60</cx:pt>
          <cx:pt idx="7428">140</cx:pt>
          <cx:pt idx="7429">115</cx:pt>
          <cx:pt idx="7430">42</cx:pt>
          <cx:pt idx="7431">134</cx:pt>
          <cx:pt idx="7432">225</cx:pt>
          <cx:pt idx="7433">300</cx:pt>
          <cx:pt idx="7434">140</cx:pt>
          <cx:pt idx="7435">145</cx:pt>
          <cx:pt idx="7436">200</cx:pt>
          <cx:pt idx="7437">200</cx:pt>
          <cx:pt idx="7438">244</cx:pt>
          <cx:pt idx="7439">119</cx:pt>
          <cx:pt idx="7440">150</cx:pt>
          <cx:pt idx="7441">195</cx:pt>
          <cx:pt idx="7442">290</cx:pt>
          <cx:pt idx="7443">80</cx:pt>
          <cx:pt idx="7444">160</cx:pt>
          <cx:pt idx="7445">300</cx:pt>
          <cx:pt idx="7446">264</cx:pt>
          <cx:pt idx="7447">155</cx:pt>
          <cx:pt idx="7448">120</cx:pt>
          <cx:pt idx="7449">110</cx:pt>
          <cx:pt idx="7450">156</cx:pt>
          <cx:pt idx="7451">69</cx:pt>
          <cx:pt idx="7452">50</cx:pt>
          <cx:pt idx="7453">109</cx:pt>
          <cx:pt idx="7454">108</cx:pt>
          <cx:pt idx="7455">279</cx:pt>
          <cx:pt idx="7456">120</cx:pt>
          <cx:pt idx="7457">102</cx:pt>
          <cx:pt idx="7458">76</cx:pt>
          <cx:pt idx="7459">90</cx:pt>
          <cx:pt idx="7460">250</cx:pt>
          <cx:pt idx="7461">110</cx:pt>
          <cx:pt idx="7462">149</cx:pt>
          <cx:pt idx="7463">70</cx:pt>
          <cx:pt idx="7464">100</cx:pt>
          <cx:pt idx="7465">140</cx:pt>
          <cx:pt idx="7466">150</cx:pt>
          <cx:pt idx="7467">130</cx:pt>
          <cx:pt idx="7468">90</cx:pt>
          <cx:pt idx="7469">300</cx:pt>
          <cx:pt idx="7470">100</cx:pt>
          <cx:pt idx="7471">139</cx:pt>
          <cx:pt idx="7472">85</cx:pt>
          <cx:pt idx="7473">106</cx:pt>
          <cx:pt idx="7474">149</cx:pt>
          <cx:pt idx="7475">165</cx:pt>
          <cx:pt idx="7476">226</cx:pt>
          <cx:pt idx="7477">65</cx:pt>
          <cx:pt idx="7478">120</cx:pt>
          <cx:pt idx="7479">100</cx:pt>
          <cx:pt idx="7480">110</cx:pt>
          <cx:pt idx="7481">119</cx:pt>
          <cx:pt idx="7482">106</cx:pt>
          <cx:pt idx="7483">157</cx:pt>
          <cx:pt idx="7484">150</cx:pt>
          <cx:pt idx="7485">125</cx:pt>
          <cx:pt idx="7486">112</cx:pt>
          <cx:pt idx="7487">265</cx:pt>
          <cx:pt idx="7488">179</cx:pt>
          <cx:pt idx="7489">165</cx:pt>
          <cx:pt idx="7490">110</cx:pt>
          <cx:pt idx="7491">105</cx:pt>
          <cx:pt idx="7492">70</cx:pt>
          <cx:pt idx="7493">225</cx:pt>
          <cx:pt idx="7494">199</cx:pt>
          <cx:pt idx="7495">140</cx:pt>
          <cx:pt idx="7496">140</cx:pt>
          <cx:pt idx="7497">85</cx:pt>
          <cx:pt idx="7498">195</cx:pt>
          <cx:pt idx="7499">160</cx:pt>
          <cx:pt idx="7500">146</cx:pt>
          <cx:pt idx="7501">54</cx:pt>
          <cx:pt idx="7502">100</cx:pt>
          <cx:pt idx="7503">102</cx:pt>
          <cx:pt idx="7504">279</cx:pt>
          <cx:pt idx="7505">99</cx:pt>
          <cx:pt idx="7506">99</cx:pt>
          <cx:pt idx="7507">450</cx:pt>
          <cx:pt idx="7508">425</cx:pt>
          <cx:pt idx="7509">145</cx:pt>
          <cx:pt idx="7510">264</cx:pt>
          <cx:pt idx="7511">364</cx:pt>
          <cx:pt idx="7512">135</cx:pt>
          <cx:pt idx="7513">75</cx:pt>
          <cx:pt idx="7514">200</cx:pt>
          <cx:pt idx="7515">77</cx:pt>
          <cx:pt idx="7516">65</cx:pt>
          <cx:pt idx="7517">149</cx:pt>
          <cx:pt idx="7518">99</cx:pt>
          <cx:pt idx="7519">139</cx:pt>
          <cx:pt idx="7520">85</cx:pt>
          <cx:pt idx="7521">140</cx:pt>
          <cx:pt idx="7522">145</cx:pt>
          <cx:pt idx="7523">255</cx:pt>
          <cx:pt idx="7524">175</cx:pt>
          <cx:pt idx="7525">110</cx:pt>
          <cx:pt idx="7526">99</cx:pt>
          <cx:pt idx="7527">73</cx:pt>
          <cx:pt idx="7528">82</cx:pt>
          <cx:pt idx="7529">125</cx:pt>
          <cx:pt idx="7530">115</cx:pt>
          <cx:pt idx="7531">129</cx:pt>
          <cx:pt idx="7532">300</cx:pt>
          <cx:pt idx="7533">139</cx:pt>
          <cx:pt idx="7534">102</cx:pt>
          <cx:pt idx="7535">130</cx:pt>
          <cx:pt idx="7536">104</cx:pt>
          <cx:pt idx="7537">123</cx:pt>
          <cx:pt idx="7538">85</cx:pt>
          <cx:pt idx="7539">199</cx:pt>
          <cx:pt idx="7540">120</cx:pt>
          <cx:pt idx="7541">160</cx:pt>
          <cx:pt idx="7542">135</cx:pt>
          <cx:pt idx="7543">40</cx:pt>
          <cx:pt idx="7544">249</cx:pt>
          <cx:pt idx="7545">200</cx:pt>
          <cx:pt idx="7546">125</cx:pt>
          <cx:pt idx="7547">120</cx:pt>
          <cx:pt idx="7548">100</cx:pt>
          <cx:pt idx="7549">95</cx:pt>
          <cx:pt idx="7550">129</cx:pt>
          <cx:pt idx="7551">220</cx:pt>
          <cx:pt idx="7552">65</cx:pt>
          <cx:pt idx="7553">457</cx:pt>
          <cx:pt idx="7554">90</cx:pt>
          <cx:pt idx="7555">60</cx:pt>
          <cx:pt idx="7556">275</cx:pt>
          <cx:pt idx="7557">95</cx:pt>
          <cx:pt idx="7558">350</cx:pt>
          <cx:pt idx="7559">184</cx:pt>
          <cx:pt idx="7560">77</cx:pt>
          <cx:pt idx="7561">80</cx:pt>
          <cx:pt idx="7562">75</cx:pt>
          <cx:pt idx="7563">250</cx:pt>
          <cx:pt idx="7564">200</cx:pt>
          <cx:pt idx="7565">130</cx:pt>
          <cx:pt idx="7566">237</cx:pt>
          <cx:pt idx="7567">255</cx:pt>
          <cx:pt idx="7568">50</cx:pt>
          <cx:pt idx="7569">201</cx:pt>
          <cx:pt idx="7570">100</cx:pt>
          <cx:pt idx="7571">250</cx:pt>
          <cx:pt idx="7572">65</cx:pt>
          <cx:pt idx="7573">220</cx:pt>
          <cx:pt idx="7574">99</cx:pt>
          <cx:pt idx="7575">70</cx:pt>
          <cx:pt idx="7576">157</cx:pt>
          <cx:pt idx="7577">150</cx:pt>
          <cx:pt idx="7578">179</cx:pt>
          <cx:pt idx="7579">70</cx:pt>
          <cx:pt idx="7580">130</cx:pt>
          <cx:pt idx="7581">32</cx:pt>
          <cx:pt idx="7582">188</cx:pt>
          <cx:pt idx="7583">191</cx:pt>
          <cx:pt idx="7584">120</cx:pt>
          <cx:pt idx="7585">475</cx:pt>
          <cx:pt idx="7586">180</cx:pt>
          <cx:pt idx="7587">160</cx:pt>
          <cx:pt idx="7588">105</cx:pt>
          <cx:pt idx="7589">175</cx:pt>
          <cx:pt idx="7590">118</cx:pt>
          <cx:pt idx="7591">140</cx:pt>
          <cx:pt idx="7592">150</cx:pt>
          <cx:pt idx="7593">150</cx:pt>
          <cx:pt idx="7594">129</cx:pt>
          <cx:pt idx="7595">150</cx:pt>
          <cx:pt idx="7596">185</cx:pt>
          <cx:pt idx="7597">115</cx:pt>
          <cx:pt idx="7598">144</cx:pt>
          <cx:pt idx="7599">110</cx:pt>
          <cx:pt idx="7600">190</cx:pt>
          <cx:pt idx="7601">198</cx:pt>
          <cx:pt idx="7602">100</cx:pt>
          <cx:pt idx="7603">89</cx:pt>
          <cx:pt idx="7604">94</cx:pt>
          <cx:pt idx="7605">80</cx:pt>
          <cx:pt idx="7606">115</cx:pt>
          <cx:pt idx="7607">199</cx:pt>
          <cx:pt idx="7608">90</cx:pt>
          <cx:pt idx="7609">70</cx:pt>
          <cx:pt idx="7610">200</cx:pt>
          <cx:pt idx="7611">146</cx:pt>
          <cx:pt idx="7612">135</cx:pt>
          <cx:pt idx="7613">139</cx:pt>
          <cx:pt idx="7614">130</cx:pt>
          <cx:pt idx="7615">171</cx:pt>
          <cx:pt idx="7616">149</cx:pt>
          <cx:pt idx="7617">150</cx:pt>
          <cx:pt idx="7618">165</cx:pt>
          <cx:pt idx="7619">140</cx:pt>
          <cx:pt idx="7620">80</cx:pt>
          <cx:pt idx="7621">120</cx:pt>
          <cx:pt idx="7622">140</cx:pt>
          <cx:pt idx="7623">228</cx:pt>
          <cx:pt idx="7624">68</cx:pt>
          <cx:pt idx="7625">186</cx:pt>
          <cx:pt idx="7626">160</cx:pt>
          <cx:pt idx="7627">130</cx:pt>
          <cx:pt idx="7628">150</cx:pt>
          <cx:pt idx="7629">71</cx:pt>
          <cx:pt idx="7630">108</cx:pt>
          <cx:pt idx="7631">177</cx:pt>
          <cx:pt idx="7632">90</cx:pt>
          <cx:pt idx="7633">149</cx:pt>
          <cx:pt idx="7634">118</cx:pt>
          <cx:pt idx="7635">500</cx:pt>
          <cx:pt idx="7636">114</cx:pt>
          <cx:pt idx="7637">150</cx:pt>
          <cx:pt idx="7638">159</cx:pt>
          <cx:pt idx="7639">75</cx:pt>
          <cx:pt idx="7640">91</cx:pt>
          <cx:pt idx="7641">200</cx:pt>
          <cx:pt idx="7642">85</cx:pt>
          <cx:pt idx="7643">125</cx:pt>
          <cx:pt idx="7644">85</cx:pt>
          <cx:pt idx="7645">102</cx:pt>
          <cx:pt idx="7646">130</cx:pt>
          <cx:pt idx="7647">138</cx:pt>
          <cx:pt idx="7648">125</cx:pt>
          <cx:pt idx="7649">180</cx:pt>
          <cx:pt idx="7650">45</cx:pt>
          <cx:pt idx="7651">158</cx:pt>
          <cx:pt idx="7652">30</cx:pt>
          <cx:pt idx="7653">109</cx:pt>
          <cx:pt idx="7654">160</cx:pt>
          <cx:pt idx="7655">99</cx:pt>
          <cx:pt idx="7656">149</cx:pt>
          <cx:pt idx="7657">120</cx:pt>
          <cx:pt idx="7658">125</cx:pt>
          <cx:pt idx="7659">250</cx:pt>
          <cx:pt idx="7660">149</cx:pt>
          <cx:pt idx="7661">300</cx:pt>
          <cx:pt idx="7662">85</cx:pt>
          <cx:pt idx="7663">166</cx:pt>
          <cx:pt idx="7664">99</cx:pt>
          <cx:pt idx="7665">89</cx:pt>
          <cx:pt idx="7666">200</cx:pt>
          <cx:pt idx="7667">75</cx:pt>
          <cx:pt idx="7668">253</cx:pt>
          <cx:pt idx="7669">289</cx:pt>
          <cx:pt idx="7670">90</cx:pt>
          <cx:pt idx="7671">500</cx:pt>
          <cx:pt idx="7672">124</cx:pt>
          <cx:pt idx="7673">105</cx:pt>
          <cx:pt idx="7674">130</cx:pt>
          <cx:pt idx="7675">175</cx:pt>
          <cx:pt idx="7676">140</cx:pt>
          <cx:pt idx="7677">95</cx:pt>
          <cx:pt idx="7678">150</cx:pt>
          <cx:pt idx="7679">375</cx:pt>
          <cx:pt idx="7680">250</cx:pt>
          <cx:pt idx="7681">105</cx:pt>
          <cx:pt idx="7682">131</cx:pt>
          <cx:pt idx="7683">68</cx:pt>
          <cx:pt idx="7684">155</cx:pt>
          <cx:pt idx="7685">150</cx:pt>
          <cx:pt idx="7686">175</cx:pt>
          <cx:pt idx="7687">150</cx:pt>
          <cx:pt idx="7688">250</cx:pt>
          <cx:pt idx="7689">133</cx:pt>
          <cx:pt idx="7690">172</cx:pt>
          <cx:pt idx="7691">113</cx:pt>
          <cx:pt idx="7692">124</cx:pt>
          <cx:pt idx="7693">50</cx:pt>
          <cx:pt idx="7694">250</cx:pt>
          <cx:pt idx="7695">150</cx:pt>
          <cx:pt idx="7696">130</cx:pt>
          <cx:pt idx="7697">75</cx:pt>
          <cx:pt idx="7698">236</cx:pt>
          <cx:pt idx="7699">180</cx:pt>
          <cx:pt idx="7700">195</cx:pt>
          <cx:pt idx="7701">41</cx:pt>
          <cx:pt idx="7702">214</cx:pt>
          <cx:pt idx="7703">149</cx:pt>
          <cx:pt idx="7704">195</cx:pt>
          <cx:pt idx="7705">220</cx:pt>
          <cx:pt idx="7706">58</cx:pt>
          <cx:pt idx="7707">150</cx:pt>
          <cx:pt idx="7708">68</cx:pt>
          <cx:pt idx="7709">200</cx:pt>
          <cx:pt idx="7710">275</cx:pt>
          <cx:pt idx="7711">46</cx:pt>
          <cx:pt idx="7712">120</cx:pt>
          <cx:pt idx="7713">60</cx:pt>
          <cx:pt idx="7714">295</cx:pt>
          <cx:pt idx="7715">200</cx:pt>
          <cx:pt idx="7716">107</cx:pt>
          <cx:pt idx="7717">195</cx:pt>
          <cx:pt idx="7718">60</cx:pt>
          <cx:pt idx="7719">130</cx:pt>
          <cx:pt idx="7720">75</cx:pt>
          <cx:pt idx="7721">95</cx:pt>
          <cx:pt idx="7722">102</cx:pt>
          <cx:pt idx="7723">50</cx:pt>
          <cx:pt idx="7724">150</cx:pt>
          <cx:pt idx="7725">90</cx:pt>
          <cx:pt idx="7726">145</cx:pt>
          <cx:pt idx="7727">160</cx:pt>
          <cx:pt idx="7728">295</cx:pt>
          <cx:pt idx="7729">479</cx:pt>
          <cx:pt idx="7730">80</cx:pt>
          <cx:pt idx="7731">119</cx:pt>
          <cx:pt idx="7732">140</cx:pt>
          <cx:pt idx="7733">175</cx:pt>
          <cx:pt idx="7734">70</cx:pt>
          <cx:pt idx="7735">200</cx:pt>
          <cx:pt idx="7736">243</cx:pt>
          <cx:pt idx="7737">123</cx:pt>
          <cx:pt idx="7738">111</cx:pt>
          <cx:pt idx="7739">134</cx:pt>
          <cx:pt idx="7740">85</cx:pt>
          <cx:pt idx="7741">90</cx:pt>
          <cx:pt idx="7742">135</cx:pt>
          <cx:pt idx="7743">120</cx:pt>
          <cx:pt idx="7744">175</cx:pt>
          <cx:pt idx="7745">150</cx:pt>
          <cx:pt idx="7746">50</cx:pt>
          <cx:pt idx="7747">179</cx:pt>
          <cx:pt idx="7748">207</cx:pt>
          <cx:pt idx="7749">150</cx:pt>
          <cx:pt idx="7750">55</cx:pt>
          <cx:pt idx="7751">145</cx:pt>
          <cx:pt idx="7752">150</cx:pt>
          <cx:pt idx="7753">60</cx:pt>
          <cx:pt idx="7754">155</cx:pt>
          <cx:pt idx="7755">69</cx:pt>
          <cx:pt idx="7756">95</cx:pt>
          <cx:pt idx="7757">50</cx:pt>
          <cx:pt idx="7758">250</cx:pt>
          <cx:pt idx="7759">229</cx:pt>
          <cx:pt idx="7760">139</cx:pt>
          <cx:pt idx="7761">100</cx:pt>
          <cx:pt idx="7762">150</cx:pt>
          <cx:pt idx="7763">249</cx:pt>
          <cx:pt idx="7764">80</cx:pt>
          <cx:pt idx="7765">186</cx:pt>
          <cx:pt idx="7766">120</cx:pt>
          <cx:pt idx="7767">30</cx:pt>
          <cx:pt idx="7768">180</cx:pt>
          <cx:pt idx="7769">130</cx:pt>
          <cx:pt idx="7770">250</cx:pt>
          <cx:pt idx="7771">114</cx:pt>
          <cx:pt idx="7772">106</cx:pt>
          <cx:pt idx="7773">138</cx:pt>
          <cx:pt idx="7774">195</cx:pt>
          <cx:pt idx="7775">90</cx:pt>
          <cx:pt idx="7776">189</cx:pt>
          <cx:pt idx="7777">125</cx:pt>
          <cx:pt idx="7778">70</cx:pt>
          <cx:pt idx="7779">125</cx:pt>
          <cx:pt idx="7780">100</cx:pt>
          <cx:pt idx="7781">151</cx:pt>
          <cx:pt idx="7782">130</cx:pt>
          <cx:pt idx="7783">149</cx:pt>
          <cx:pt idx="7784">125</cx:pt>
          <cx:pt idx="7785">100</cx:pt>
          <cx:pt idx="7786">160</cx:pt>
          <cx:pt idx="7787">150</cx:pt>
          <cx:pt idx="7788">80</cx:pt>
          <cx:pt idx="7789">122</cx:pt>
          <cx:pt idx="7790">200</cx:pt>
          <cx:pt idx="7791">95</cx:pt>
          <cx:pt idx="7792">95</cx:pt>
          <cx:pt idx="7793">79</cx:pt>
          <cx:pt idx="7794">70</cx:pt>
          <cx:pt idx="7795">290</cx:pt>
          <cx:pt idx="7796">77</cx:pt>
          <cx:pt idx="7797">170</cx:pt>
          <cx:pt idx="7798">250</cx:pt>
          <cx:pt idx="7799">50</cx:pt>
          <cx:pt idx="7800">70</cx:pt>
          <cx:pt idx="7801">150</cx:pt>
          <cx:pt idx="7802">175</cx:pt>
          <cx:pt idx="7803">289</cx:pt>
          <cx:pt idx="7804">143</cx:pt>
          <cx:pt idx="7805">124</cx:pt>
          <cx:pt idx="7806">200</cx:pt>
          <cx:pt idx="7807">229</cx:pt>
          <cx:pt idx="7808">375</cx:pt>
          <cx:pt idx="7809">83</cx:pt>
          <cx:pt idx="7810">135</cx:pt>
          <cx:pt idx="7811">95</cx:pt>
          <cx:pt idx="7812">100</cx:pt>
          <cx:pt idx="7813">125</cx:pt>
          <cx:pt idx="7814">150</cx:pt>
          <cx:pt idx="7815">245</cx:pt>
          <cx:pt idx="7816">110</cx:pt>
          <cx:pt idx="7817">120</cx:pt>
          <cx:pt idx="7818">121</cx:pt>
          <cx:pt idx="7819">139</cx:pt>
          <cx:pt idx="7820">120</cx:pt>
          <cx:pt idx="7821">250</cx:pt>
          <cx:pt idx="7822">120</cx:pt>
          <cx:pt idx="7823">100</cx:pt>
          <cx:pt idx="7824">32</cx:pt>
          <cx:pt idx="7825">206</cx:pt>
          <cx:pt idx="7826">190</cx:pt>
          <cx:pt idx="7827">400</cx:pt>
          <cx:pt idx="7828">75</cx:pt>
          <cx:pt idx="7829">190</cx:pt>
          <cx:pt idx="7830">260</cx:pt>
          <cx:pt idx="7831">100</cx:pt>
          <cx:pt idx="7832">220</cx:pt>
          <cx:pt idx="7833">145</cx:pt>
          <cx:pt idx="7834">250</cx:pt>
          <cx:pt idx="7835">130</cx:pt>
          <cx:pt idx="7836">100</cx:pt>
          <cx:pt idx="7837">90</cx:pt>
          <cx:pt idx="7838">325</cx:pt>
          <cx:pt idx="7839">200</cx:pt>
          <cx:pt idx="7840">130</cx:pt>
          <cx:pt idx="7841">80</cx:pt>
          <cx:pt idx="7842">90</cx:pt>
          <cx:pt idx="7843">92</cx:pt>
          <cx:pt idx="7844">170</cx:pt>
          <cx:pt idx="7845">120</cx:pt>
          <cx:pt idx="7846">156</cx:pt>
          <cx:pt idx="7847">108</cx:pt>
          <cx:pt idx="7848">110</cx:pt>
          <cx:pt idx="7849">173</cx:pt>
          <cx:pt idx="7850">245</cx:pt>
          <cx:pt idx="7851">195</cx:pt>
          <cx:pt idx="7852">116</cx:pt>
          <cx:pt idx="7853">100</cx:pt>
          <cx:pt idx="7854">119</cx:pt>
          <cx:pt idx="7855">169</cx:pt>
          <cx:pt idx="7856">139</cx:pt>
          <cx:pt idx="7857">226</cx:pt>
          <cx:pt idx="7858">92</cx:pt>
          <cx:pt idx="7859">113</cx:pt>
          <cx:pt idx="7860">170</cx:pt>
          <cx:pt idx="7861">125</cx:pt>
          <cx:pt idx="7862">194</cx:pt>
          <cx:pt idx="7863">186</cx:pt>
          <cx:pt idx="7864">128</cx:pt>
          <cx:pt idx="7865">80</cx:pt>
          <cx:pt idx="7866">200</cx:pt>
          <cx:pt idx="7867">120</cx:pt>
          <cx:pt idx="7868">110</cx:pt>
          <cx:pt idx="7869">32</cx:pt>
          <cx:pt idx="7870">275</cx:pt>
          <cx:pt idx="7871">200</cx:pt>
          <cx:pt idx="7872">120</cx:pt>
          <cx:pt idx="7873">129</cx:pt>
          <cx:pt idx="7874">160</cx:pt>
          <cx:pt idx="7875">61</cx:pt>
          <cx:pt idx="7876">250</cx:pt>
          <cx:pt idx="7877">300</cx:pt>
          <cx:pt idx="7878">100</cx:pt>
          <cx:pt idx="7879">240</cx:pt>
          <cx:pt idx="7880">210</cx:pt>
          <cx:pt idx="7881">160</cx:pt>
          <cx:pt idx="7882">175</cx:pt>
          <cx:pt idx="7883">175</cx:pt>
          <cx:pt idx="7884">159</cx:pt>
          <cx:pt idx="7885">90</cx:pt>
          <cx:pt idx="7886">115</cx:pt>
          <cx:pt idx="7887">240</cx:pt>
          <cx:pt idx="7888">140</cx:pt>
          <cx:pt idx="7889">258</cx:pt>
          <cx:pt idx="7890">65</cx:pt>
          <cx:pt idx="7891">399</cx:pt>
          <cx:pt idx="7892">314</cx:pt>
          <cx:pt idx="7893">57</cx:pt>
          <cx:pt idx="7894">140</cx:pt>
          <cx:pt idx="7895">102</cx:pt>
          <cx:pt idx="7896">100</cx:pt>
          <cx:pt idx="7897">165</cx:pt>
          <cx:pt idx="7898">250</cx:pt>
          <cx:pt idx="7899">80</cx:pt>
          <cx:pt idx="7900">105</cx:pt>
          <cx:pt idx="7901">200</cx:pt>
          <cx:pt idx="7902">117</cx:pt>
          <cx:pt idx="7903">120</cx:pt>
          <cx:pt idx="7904">115</cx:pt>
          <cx:pt idx="7905">124</cx:pt>
          <cx:pt idx="7906">78</cx:pt>
          <cx:pt idx="7907">79</cx:pt>
          <cx:pt idx="7908">134</cx:pt>
          <cx:pt idx="7909">95</cx:pt>
          <cx:pt idx="7910">157</cx:pt>
          <cx:pt idx="7911">42</cx:pt>
          <cx:pt idx="7912">150</cx:pt>
          <cx:pt idx="7913">120</cx:pt>
          <cx:pt idx="7914">159</cx:pt>
          <cx:pt idx="7915">131</cx:pt>
          <cx:pt idx="7916">131</cx:pt>
          <cx:pt idx="7917">105</cx:pt>
          <cx:pt idx="7918">73</cx:pt>
          <cx:pt idx="7919">140</cx:pt>
          <cx:pt idx="7920">170</cx:pt>
          <cx:pt idx="7921">414</cx:pt>
          <cx:pt idx="7922">120</cx:pt>
          <cx:pt idx="7923">123</cx:pt>
          <cx:pt idx="7924">114</cx:pt>
          <cx:pt idx="7925">160</cx:pt>
          <cx:pt idx="7926">130</cx:pt>
          <cx:pt idx="7927">250</cx:pt>
          <cx:pt idx="7928">400</cx:pt>
          <cx:pt idx="7929">130</cx:pt>
          <cx:pt idx="7930">160</cx:pt>
          <cx:pt idx="7931">104</cx:pt>
          <cx:pt idx="7932">175</cx:pt>
          <cx:pt idx="7933">242</cx:pt>
          <cx:pt idx="7934">242</cx:pt>
          <cx:pt idx="7935">57</cx:pt>
          <cx:pt idx="7936">199</cx:pt>
          <cx:pt idx="7937">105</cx:pt>
          <cx:pt idx="7938">157</cx:pt>
          <cx:pt idx="7939">135</cx:pt>
          <cx:pt idx="7940">153</cx:pt>
          <cx:pt idx="7941">94</cx:pt>
          <cx:pt idx="7942">153</cx:pt>
          <cx:pt idx="7943">155</cx:pt>
          <cx:pt idx="7944">110</cx:pt>
          <cx:pt idx="7945">100</cx:pt>
          <cx:pt idx="7946">250</cx:pt>
          <cx:pt idx="7947">250</cx:pt>
          <cx:pt idx="7948">149</cx:pt>
          <cx:pt idx="7949">130</cx:pt>
          <cx:pt idx="7950">80</cx:pt>
          <cx:pt idx="7951">180</cx:pt>
          <cx:pt idx="7952">200</cx:pt>
          <cx:pt idx="7953">94</cx:pt>
          <cx:pt idx="7954">85</cx:pt>
          <cx:pt idx="7955">115</cx:pt>
          <cx:pt idx="7956">135</cx:pt>
          <cx:pt idx="7957">140</cx:pt>
          <cx:pt idx="7958">145</cx:pt>
          <cx:pt idx="7959">150</cx:pt>
          <cx:pt idx="7960">65</cx:pt>
          <cx:pt idx="7961">140</cx:pt>
          <cx:pt idx="7962">169</cx:pt>
          <cx:pt idx="7963">156</cx:pt>
          <cx:pt idx="7964">106</cx:pt>
          <cx:pt idx="7965">199</cx:pt>
          <cx:pt idx="7966">170</cx:pt>
          <cx:pt idx="7967">129</cx:pt>
          <cx:pt idx="7968">65</cx:pt>
          <cx:pt idx="7969">95</cx:pt>
          <cx:pt idx="7970">95</cx:pt>
          <cx:pt idx="7971">111</cx:pt>
          <cx:pt idx="7972">175</cx:pt>
          <cx:pt idx="7973">125</cx:pt>
          <cx:pt idx="7974">131</cx:pt>
          <cx:pt idx="7975">111</cx:pt>
          <cx:pt idx="7976">210</cx:pt>
          <cx:pt idx="7977">150</cx:pt>
          <cx:pt idx="7978">109</cx:pt>
          <cx:pt idx="7979">60</cx:pt>
          <cx:pt idx="7980">120</cx:pt>
          <cx:pt idx="7981">80</cx:pt>
          <cx:pt idx="7982">168</cx:pt>
          <cx:pt idx="7983">198</cx:pt>
          <cx:pt idx="7984">80</cx:pt>
          <cx:pt idx="7985">298</cx:pt>
          <cx:pt idx="7986">147</cx:pt>
          <cx:pt idx="7987">65</cx:pt>
          <cx:pt idx="7988">99</cx:pt>
          <cx:pt idx="7989">120</cx:pt>
          <cx:pt idx="7990">96</cx:pt>
          <cx:pt idx="7991">99</cx:pt>
          <cx:pt idx="7992">150</cx:pt>
          <cx:pt idx="7993">99</cx:pt>
          <cx:pt idx="7994">100</cx:pt>
          <cx:pt idx="7995">165</cx:pt>
          <cx:pt idx="7996">119</cx:pt>
          <cx:pt idx="7997">100</cx:pt>
          <cx:pt idx="7998">129</cx:pt>
          <cx:pt idx="7999">180</cx:pt>
          <cx:pt idx="8000">125</cx:pt>
          <cx:pt idx="8001">140</cx:pt>
          <cx:pt idx="8002">120</cx:pt>
          <cx:pt idx="8003">90</cx:pt>
          <cx:pt idx="8004">150</cx:pt>
          <cx:pt idx="8005">147</cx:pt>
          <cx:pt idx="8006">63</cx:pt>
          <cx:pt idx="8007">225</cx:pt>
          <cx:pt idx="8008">69</cx:pt>
          <cx:pt idx="8009">85</cx:pt>
          <cx:pt idx="8010">98</cx:pt>
          <cx:pt idx="8011">145</cx:pt>
          <cx:pt idx="8012">121</cx:pt>
          <cx:pt idx="8013">68</cx:pt>
          <cx:pt idx="8014">150</cx:pt>
          <cx:pt idx="8015">45</cx:pt>
          <cx:pt idx="8016">109</cx:pt>
          <cx:pt idx="8017">239</cx:pt>
          <cx:pt idx="8018">99</cx:pt>
          <cx:pt idx="8019">139</cx:pt>
          <cx:pt idx="8020">107</cx:pt>
          <cx:pt idx="8021">220</cx:pt>
          <cx:pt idx="8022">95</cx:pt>
          <cx:pt idx="8023">125</cx:pt>
          <cx:pt idx="8024">90</cx:pt>
          <cx:pt idx="8025">155</cx:pt>
          <cx:pt idx="8026">180</cx:pt>
          <cx:pt idx="8027">115</cx:pt>
          <cx:pt idx="8028">100</cx:pt>
          <cx:pt idx="8029">120</cx:pt>
          <cx:pt idx="8030">189</cx:pt>
          <cx:pt idx="8031">50</cx:pt>
          <cx:pt idx="8032">100</cx:pt>
          <cx:pt idx="8033">221</cx:pt>
          <cx:pt idx="8034">114</cx:pt>
          <cx:pt idx="8035">185</cx:pt>
          <cx:pt idx="8036">250</cx:pt>
          <cx:pt idx="8037">125</cx:pt>
          <cx:pt idx="8038">80</cx:pt>
          <cx:pt idx="8039">89</cx:pt>
          <cx:pt idx="8040">60</cx:pt>
          <cx:pt idx="8041">157</cx:pt>
          <cx:pt idx="8042">120</cx:pt>
          <cx:pt idx="8043">85</cx:pt>
          <cx:pt idx="8044">90</cx:pt>
          <cx:pt idx="8045">170</cx:pt>
          <cx:pt idx="8046">130</cx:pt>
          <cx:pt idx="8047">45</cx:pt>
          <cx:pt idx="8048">125</cx:pt>
          <cx:pt idx="8049">155</cx:pt>
          <cx:pt idx="8050">150</cx:pt>
          <cx:pt idx="8051">186</cx:pt>
          <cx:pt idx="8052">90</cx:pt>
          <cx:pt idx="8053">112</cx:pt>
          <cx:pt idx="8054">162</cx:pt>
          <cx:pt idx="8055">130</cx:pt>
          <cx:pt idx="8056">140</cx:pt>
          <cx:pt idx="8057">300</cx:pt>
          <cx:pt idx="8058">121</cx:pt>
          <cx:pt idx="8059">200</cx:pt>
          <cx:pt idx="8060">100</cx:pt>
          <cx:pt idx="8061">160</cx:pt>
          <cx:pt idx="8062">325</cx:pt>
          <cx:pt idx="8063">300</cx:pt>
          <cx:pt idx="8064">122</cx:pt>
          <cx:pt idx="8065">185</cx:pt>
          <cx:pt idx="8066">159</cx:pt>
          <cx:pt idx="8067">75</cx:pt>
          <cx:pt idx="8068">166</cx:pt>
          <cx:pt idx="8069">135</cx:pt>
          <cx:pt idx="8070">133</cx:pt>
          <cx:pt idx="8071">129</cx:pt>
          <cx:pt idx="8072">349</cx:pt>
          <cx:pt idx="8073">190</cx:pt>
          <cx:pt idx="8074">165</cx:pt>
          <cx:pt idx="8075">110</cx:pt>
          <cx:pt idx="8076">125</cx:pt>
          <cx:pt idx="8077">220</cx:pt>
          <cx:pt idx="8078">60</cx:pt>
          <cx:pt idx="8079">85</cx:pt>
          <cx:pt idx="8080">60</cx:pt>
          <cx:pt idx="8081">83</cx:pt>
          <cx:pt idx="8082">141</cx:pt>
          <cx:pt idx="8083">147</cx:pt>
          <cx:pt idx="8084">129</cx:pt>
          <cx:pt idx="8085">106</cx:pt>
          <cx:pt idx="8086">99</cx:pt>
          <cx:pt idx="8087">110</cx:pt>
          <cx:pt idx="8088">120</cx:pt>
          <cx:pt idx="8089">20</cx:pt>
          <cx:pt idx="8090">175</cx:pt>
          <cx:pt idx="8091">101</cx:pt>
          <cx:pt idx="8092">95</cx:pt>
          <cx:pt idx="8093">149</cx:pt>
          <cx:pt idx="8094">150</cx:pt>
          <cx:pt idx="8095">10</cx:pt>
          <cx:pt idx="8096">300</cx:pt>
          <cx:pt idx="8097">90</cx:pt>
          <cx:pt idx="8098">185</cx:pt>
          <cx:pt idx="8099">98</cx:pt>
          <cx:pt idx="8100">295</cx:pt>
          <cx:pt idx="8101">175</cx:pt>
          <cx:pt idx="8102">277</cx:pt>
          <cx:pt idx="8103">175</cx:pt>
          <cx:pt idx="8104">105</cx:pt>
          <cx:pt idx="8105">64</cx:pt>
          <cx:pt idx="8106">228</cx:pt>
          <cx:pt idx="8107">140</cx:pt>
          <cx:pt idx="8108">127</cx:pt>
          <cx:pt idx="8109">150</cx:pt>
          <cx:pt idx="8110">115</cx:pt>
          <cx:pt idx="8111">86</cx:pt>
          <cx:pt idx="8112">110</cx:pt>
          <cx:pt idx="8113">182</cx:pt>
          <cx:pt idx="8114">99</cx:pt>
          <cx:pt idx="8115">125</cx:pt>
          <cx:pt idx="8116">40</cx:pt>
          <cx:pt idx="8117">119</cx:pt>
          <cx:pt idx="8118">229</cx:pt>
          <cx:pt idx="8119">200</cx:pt>
          <cx:pt idx="8120">109</cx:pt>
          <cx:pt idx="8121">250</cx:pt>
          <cx:pt idx="8122">95</cx:pt>
          <cx:pt idx="8123">153</cx:pt>
          <cx:pt idx="8124">45</cx:pt>
          <cx:pt idx="8125">95</cx:pt>
          <cx:pt idx="8126">129</cx:pt>
          <cx:pt idx="8127">155</cx:pt>
          <cx:pt idx="8128">200</cx:pt>
          <cx:pt idx="8129">185</cx:pt>
          <cx:pt idx="8130">140</cx:pt>
          <cx:pt idx="8131">115</cx:pt>
          <cx:pt idx="8132">73</cx:pt>
          <cx:pt idx="8133">230</cx:pt>
          <cx:pt idx="8134">100</cx:pt>
          <cx:pt idx="8135">184</cx:pt>
          <cx:pt idx="8136">53</cx:pt>
          <cx:pt idx="8137">185</cx:pt>
          <cx:pt idx="8138">115</cx:pt>
          <cx:pt idx="8139">200</cx:pt>
          <cx:pt idx="8140">95</cx:pt>
          <cx:pt idx="8141">180</cx:pt>
          <cx:pt idx="8142">85</cx:pt>
          <cx:pt idx="8143">220</cx:pt>
          <cx:pt idx="8144">200</cx:pt>
          <cx:pt idx="8145">175</cx:pt>
          <cx:pt idx="8146">100</cx:pt>
          <cx:pt idx="8147">270</cx:pt>
          <cx:pt idx="8148">175</cx:pt>
          <cx:pt idx="8149">85</cx:pt>
          <cx:pt idx="8150">60</cx:pt>
          <cx:pt idx="8151">200</cx:pt>
          <cx:pt idx="8152">100</cx:pt>
          <cx:pt idx="8153">75</cx:pt>
          <cx:pt idx="8154">250</cx:pt>
          <cx:pt idx="8155">125</cx:pt>
          <cx:pt idx="8156">126</cx:pt>
          <cx:pt idx="8157">120</cx:pt>
          <cx:pt idx="8158">145</cx:pt>
          <cx:pt idx="8159">99</cx:pt>
          <cx:pt idx="8160">260</cx:pt>
          <cx:pt idx="8161">50</cx:pt>
          <cx:pt idx="8162">160</cx:pt>
          <cx:pt idx="8163">143</cx:pt>
          <cx:pt idx="8164">186</cx:pt>
          <cx:pt idx="8165">79</cx:pt>
          <cx:pt idx="8166">250</cx:pt>
          <cx:pt idx="8167">380</cx:pt>
          <cx:pt idx="8168">120</cx:pt>
          <cx:pt idx="8169">85</cx:pt>
          <cx:pt idx="8170">400</cx:pt>
          <cx:pt idx="8171">130</cx:pt>
          <cx:pt idx="8172">155</cx:pt>
          <cx:pt idx="8173">112</cx:pt>
          <cx:pt idx="8174">90</cx:pt>
          <cx:pt idx="8175">38</cx:pt>
          <cx:pt idx="8176">199</cx:pt>
          <cx:pt idx="8177">70</cx:pt>
          <cx:pt idx="8178">150</cx:pt>
          <cx:pt idx="8179">100</cx:pt>
          <cx:pt idx="8180">125</cx:pt>
          <cx:pt idx="8181">114</cx:pt>
          <cx:pt idx="8182">115</cx:pt>
          <cx:pt idx="8183">140</cx:pt>
          <cx:pt idx="8184">100</cx:pt>
          <cx:pt idx="8185">65</cx:pt>
          <cx:pt idx="8186">110</cx:pt>
          <cx:pt idx="8187">99</cx:pt>
          <cx:pt idx="8188">59</cx:pt>
          <cx:pt idx="8189">183</cx:pt>
          <cx:pt idx="8190">171</cx:pt>
          <cx:pt idx="8191">159</cx:pt>
          <cx:pt idx="8192">82</cx:pt>
          <cx:pt idx="8193">150</cx:pt>
          <cx:pt idx="8194">165</cx:pt>
          <cx:pt idx="8195">250</cx:pt>
          <cx:pt idx="8196">185</cx:pt>
          <cx:pt idx="8197">120</cx:pt>
          <cx:pt idx="8198">55</cx:pt>
          <cx:pt idx="8199">135</cx:pt>
          <cx:pt idx="8200">149</cx:pt>
          <cx:pt idx="8201">200</cx:pt>
          <cx:pt idx="8202">105</cx:pt>
          <cx:pt idx="8203">75</cx:pt>
          <cx:pt idx="8204">110</cx:pt>
          <cx:pt idx="8205">275</cx:pt>
          <cx:pt idx="8206">300</cx:pt>
          <cx:pt idx="8207">152</cx:pt>
          <cx:pt idx="8208">132</cx:pt>
          <cx:pt idx="8209">180</cx:pt>
          <cx:pt idx="8210">40</cx:pt>
          <cx:pt idx="8211">105</cx:pt>
          <cx:pt idx="8212">283</cx:pt>
          <cx:pt idx="8213">119</cx:pt>
          <cx:pt idx="8214">80</cx:pt>
          <cx:pt idx="8215">190</cx:pt>
          <cx:pt idx="8216">200</cx:pt>
          <cx:pt idx="8217">160</cx:pt>
          <cx:pt idx="8218">99</cx:pt>
          <cx:pt idx="8219">246</cx:pt>
          <cx:pt idx="8220">60</cx:pt>
          <cx:pt idx="8221">220</cx:pt>
          <cx:pt idx="8222">200</cx:pt>
          <cx:pt idx="8223">117</cx:pt>
          <cx:pt idx="8224">179</cx:pt>
          <cx:pt idx="8225">50</cx:pt>
          <cx:pt idx="8226">85</cx:pt>
          <cx:pt idx="8227">80</cx:pt>
          <cx:pt idx="8228">125</cx:pt>
          <cx:pt idx="8229">50</cx:pt>
          <cx:pt idx="8230">250</cx:pt>
          <cx:pt idx="8231">178</cx:pt>
          <cx:pt idx="8232">149</cx:pt>
          <cx:pt idx="8233">68</cx:pt>
          <cx:pt idx="8234">230</cx:pt>
          <cx:pt idx="8235">125</cx:pt>
          <cx:pt idx="8236">275</cx:pt>
          <cx:pt idx="8237">100</cx:pt>
          <cx:pt idx="8238">119</cx:pt>
          <cx:pt idx="8239">90</cx:pt>
          <cx:pt idx="8240">150</cx:pt>
          <cx:pt idx="8241">495</cx:pt>
          <cx:pt idx="8242">211</cx:pt>
          <cx:pt idx="8243">100</cx:pt>
          <cx:pt idx="8244">130</cx:pt>
          <cx:pt idx="8245">150</cx:pt>
          <cx:pt idx="8246">70</cx:pt>
          <cx:pt idx="8247">135</cx:pt>
          <cx:pt idx="8248">115</cx:pt>
          <cx:pt idx="8249">141</cx:pt>
          <cx:pt idx="8250">95</cx:pt>
          <cx:pt idx="8251">275</cx:pt>
          <cx:pt idx="8252">160</cx:pt>
          <cx:pt idx="8253">130</cx:pt>
          <cx:pt idx="8254">150</cx:pt>
          <cx:pt idx="8255">125</cx:pt>
          <cx:pt idx="8256">185</cx:pt>
          <cx:pt idx="8257">150</cx:pt>
          <cx:pt idx="8258">75</cx:pt>
          <cx:pt idx="8259">168</cx:pt>
          <cx:pt idx="8260">49</cx:pt>
          <cx:pt idx="8261">30</cx:pt>
          <cx:pt idx="8262">183</cx:pt>
          <cx:pt idx="8263">103</cx:pt>
          <cx:pt idx="8264">250</cx:pt>
          <cx:pt idx="8265">197</cx:pt>
          <cx:pt idx="8266">110</cx:pt>
          <cx:pt idx="8267">77</cx:pt>
          <cx:pt idx="8268">115</cx:pt>
          <cx:pt idx="8269">160</cx:pt>
          <cx:pt idx="8270">140</cx:pt>
          <cx:pt idx="8271">100</cx:pt>
          <cx:pt idx="8272">120</cx:pt>
          <cx:pt idx="8273">220</cx:pt>
          <cx:pt idx="8274">45</cx:pt>
          <cx:pt idx="8275">105</cx:pt>
          <cx:pt idx="8276">77</cx:pt>
          <cx:pt idx="8277">155</cx:pt>
          <cx:pt idx="8278">70</cx:pt>
          <cx:pt idx="8279">70</cx:pt>
          <cx:pt idx="8280">99</cx:pt>
          <cx:pt idx="8281">150</cx:pt>
          <cx:pt idx="8282">89</cx:pt>
          <cx:pt idx="8283">175</cx:pt>
          <cx:pt idx="8284">390</cx:pt>
          <cx:pt idx="8285">130</cx:pt>
          <cx:pt idx="8286">130</cx:pt>
          <cx:pt idx="8287">200</cx:pt>
          <cx:pt idx="8288">128</cx:pt>
          <cx:pt idx="8289">204</cx:pt>
          <cx:pt idx="8290">125</cx:pt>
          <cx:pt idx="8291">54</cx:pt>
          <cx:pt idx="8292">350</cx:pt>
          <cx:pt idx="8293">225</cx:pt>
          <cx:pt idx="8294">299</cx:pt>
          <cx:pt idx="8295">70</cx:pt>
          <cx:pt idx="8296">250</cx:pt>
          <cx:pt idx="8297">36</cx:pt>
          <cx:pt idx="8298">103</cx:pt>
          <cx:pt idx="8299">90</cx:pt>
          <cx:pt idx="8300">51</cx:pt>
          <cx:pt idx="8301">119</cx:pt>
          <cx:pt idx="8302">55</cx:pt>
          <cx:pt idx="8303">299</cx:pt>
          <cx:pt idx="8304">106</cx:pt>
          <cx:pt idx="8305">110</cx:pt>
          <cx:pt idx="8306">150</cx:pt>
          <cx:pt idx="8307">175</cx:pt>
          <cx:pt idx="8308">135</cx:pt>
          <cx:pt idx="8309">65</cx:pt>
          <cx:pt idx="8310">140</cx:pt>
          <cx:pt idx="8311">250</cx:pt>
          <cx:pt idx="8312">250</cx:pt>
          <cx:pt idx="8313">100</cx:pt>
          <cx:pt idx="8314">180</cx:pt>
          <cx:pt idx="8315">86</cx:pt>
          <cx:pt idx="8316">125</cx:pt>
          <cx:pt idx="8317">80</cx:pt>
          <cx:pt idx="8318">119</cx:pt>
          <cx:pt idx="8319">175</cx:pt>
          <cx:pt idx="8320">100</cx:pt>
          <cx:pt idx="8321">125</cx:pt>
          <cx:pt idx="8322">220</cx:pt>
          <cx:pt idx="8323">250</cx:pt>
          <cx:pt idx="8324">180</cx:pt>
          <cx:pt idx="8325">146</cx:pt>
          <cx:pt idx="8326">125</cx:pt>
          <cx:pt idx="8327">73</cx:pt>
          <cx:pt idx="8328">184</cx:pt>
          <cx:pt idx="8329">105</cx:pt>
          <cx:pt idx="8330">123</cx:pt>
          <cx:pt idx="8331">120</cx:pt>
          <cx:pt idx="8332">209</cx:pt>
          <cx:pt idx="8333">80</cx:pt>
          <cx:pt idx="8334">119</cx:pt>
          <cx:pt idx="8335">143</cx:pt>
          <cx:pt idx="8336">60</cx:pt>
          <cx:pt idx="8337">120</cx:pt>
          <cx:pt idx="8338">110</cx:pt>
          <cx:pt idx="8339">150</cx:pt>
          <cx:pt idx="8340">149</cx:pt>
          <cx:pt idx="8341">132</cx:pt>
          <cx:pt idx="8342">118</cx:pt>
          <cx:pt idx="8343">151</cx:pt>
          <cx:pt idx="8344">160</cx:pt>
          <cx:pt idx="8345">199</cx:pt>
          <cx:pt idx="8346">103</cx:pt>
          <cx:pt idx="8347">228</cx:pt>
          <cx:pt idx="8348">95</cx:pt>
          <cx:pt idx="8349">48</cx:pt>
          <cx:pt idx="8350">80</cx:pt>
          <cx:pt idx="8351">160</cx:pt>
          <cx:pt idx="8352">244</cx:pt>
          <cx:pt idx="8353">325</cx:pt>
          <cx:pt idx="8354">113</cx:pt>
          <cx:pt idx="8355">122</cx:pt>
          <cx:pt idx="8356">109</cx:pt>
          <cx:pt idx="8357">95</cx:pt>
          <cx:pt idx="8358">185</cx:pt>
          <cx:pt idx="8359">150</cx:pt>
          <cx:pt idx="8360">183</cx:pt>
          <cx:pt idx="8361">115</cx:pt>
          <cx:pt idx="8362">95</cx:pt>
          <cx:pt idx="8363">250</cx:pt>
          <cx:pt idx="8364">165</cx:pt>
          <cx:pt idx="8365">90</cx:pt>
          <cx:pt idx="8366">282</cx:pt>
          <cx:pt idx="8367">200</cx:pt>
          <cx:pt idx="8368">55</cx:pt>
          <cx:pt idx="8369">175</cx:pt>
          <cx:pt idx="8370">60</cx:pt>
          <cx:pt idx="8371">110</cx:pt>
          <cx:pt idx="8372">299</cx:pt>
          <cx:pt idx="8373">140</cx:pt>
          <cx:pt idx="8374">149</cx:pt>
          <cx:pt idx="8375">110</cx:pt>
          <cx:pt idx="8376">79</cx:pt>
          <cx:pt idx="8377">250</cx:pt>
          <cx:pt idx="8378">106</cx:pt>
          <cx:pt idx="8379">90</cx:pt>
          <cx:pt idx="8380">196</cx:pt>
          <cx:pt idx="8381">80</cx:pt>
          <cx:pt idx="8382">100</cx:pt>
          <cx:pt idx="8383">70</cx:pt>
          <cx:pt idx="8384">150</cx:pt>
          <cx:pt idx="8385">125</cx:pt>
          <cx:pt idx="8386">85</cx:pt>
          <cx:pt idx="8387">115</cx:pt>
          <cx:pt idx="8388">333</cx:pt>
          <cx:pt idx="8389">30</cx:pt>
          <cx:pt idx="8390">199</cx:pt>
          <cx:pt idx="8391">150</cx:pt>
          <cx:pt idx="8392">86</cx:pt>
          <cx:pt idx="8393">160</cx:pt>
          <cx:pt idx="8394">130</cx:pt>
          <cx:pt idx="8395">175</cx:pt>
          <cx:pt idx="8396">130</cx:pt>
          <cx:pt idx="8397">120</cx:pt>
          <cx:pt idx="8398">75</cx:pt>
          <cx:pt idx="8399">110</cx:pt>
          <cx:pt idx="8400">100</cx:pt>
          <cx:pt idx="8401">171</cx:pt>
          <cx:pt idx="8402">280</cx:pt>
          <cx:pt idx="8403">84</cx:pt>
          <cx:pt idx="8404">98</cx:pt>
          <cx:pt idx="8405">125</cx:pt>
          <cx:pt idx="8406">91</cx:pt>
          <cx:pt idx="8407">191</cx:pt>
          <cx:pt idx="8408">45</cx:pt>
          <cx:pt idx="8409">375</cx:pt>
          <cx:pt idx="8410">160</cx:pt>
          <cx:pt idx="8411">170</cx:pt>
          <cx:pt idx="8412">61</cx:pt>
          <cx:pt idx="8413">76</cx:pt>
          <cx:pt idx="8414">463</cx:pt>
          <cx:pt idx="8415">134</cx:pt>
          <cx:pt idx="8416">150</cx:pt>
          <cx:pt idx="8417">100</cx:pt>
          <cx:pt idx="8418">190</cx:pt>
          <cx:pt idx="8419">100</cx:pt>
          <cx:pt idx="8420">125</cx:pt>
          <cx:pt idx="8421">200</cx:pt>
          <cx:pt idx="8422">173</cx:pt>
          <cx:pt idx="8423">120</cx:pt>
          <cx:pt idx="8424">199</cx:pt>
          <cx:pt idx="8425">99</cx:pt>
          <cx:pt idx="8426">156</cx:pt>
          <cx:pt idx="8427">315</cx:pt>
          <cx:pt idx="8428">34</cx:pt>
          <cx:pt idx="8429">68</cx:pt>
          <cx:pt idx="8430">200</cx:pt>
          <cx:pt idx="8431">195</cx:pt>
          <cx:pt idx="8432">60</cx:pt>
          <cx:pt idx="8433">125</cx:pt>
          <cx:pt idx="8434">100</cx:pt>
          <cx:pt idx="8435">59</cx:pt>
          <cx:pt idx="8436">125</cx:pt>
          <cx:pt idx="8437">300</cx:pt>
          <cx:pt idx="8438">150</cx:pt>
          <cx:pt idx="8439">150</cx:pt>
          <cx:pt idx="8440">200</cx:pt>
          <cx:pt idx="8441">250</cx:pt>
          <cx:pt idx="8442">95</cx:pt>
          <cx:pt idx="8443">440</cx:pt>
          <cx:pt idx="8444">117</cx:pt>
          <cx:pt idx="8445">140</cx:pt>
          <cx:pt idx="8446">65</cx:pt>
          <cx:pt idx="8447">120</cx:pt>
          <cx:pt idx="8448">110</cx:pt>
          <cx:pt idx="8449">206</cx:pt>
          <cx:pt idx="8450">98</cx:pt>
          <cx:pt idx="8451">85</cx:pt>
          <cx:pt idx="8452">92</cx:pt>
          <cx:pt idx="8453">200</cx:pt>
          <cx:pt idx="8454">110</cx:pt>
          <cx:pt idx="8455">256</cx:pt>
          <cx:pt idx="8456">160</cx:pt>
          <cx:pt idx="8457">110</cx:pt>
          <cx:pt idx="8458">225</cx:pt>
          <cx:pt idx="8459">66</cx:pt>
          <cx:pt idx="8460">225</cx:pt>
          <cx:pt idx="8461">95</cx:pt>
          <cx:pt idx="8462">250</cx:pt>
          <cx:pt idx="8463">136</cx:pt>
          <cx:pt idx="8464">165</cx:pt>
          <cx:pt idx="8465">70</cx:pt>
          <cx:pt idx="8466">150</cx:pt>
          <cx:pt idx="8467">135</cx:pt>
          <cx:pt idx="8468">49</cx:pt>
          <cx:pt idx="8469">95</cx:pt>
          <cx:pt idx="8470">330</cx:pt>
          <cx:pt idx="8471">99</cx:pt>
          <cx:pt idx="8472">169</cx:pt>
          <cx:pt idx="8473">165</cx:pt>
          <cx:pt idx="8474">225</cx:pt>
          <cx:pt idx="8475">250</cx:pt>
          <cx:pt idx="8476">85</cx:pt>
          <cx:pt idx="8477">77</cx:pt>
          <cx:pt idx="8478">93</cx:pt>
          <cx:pt idx="8479">137</cx:pt>
          <cx:pt idx="8480">161</cx:pt>
          <cx:pt idx="8481">97</cx:pt>
          <cx:pt idx="8482">250</cx:pt>
          <cx:pt idx="8483">140</cx:pt>
          <cx:pt idx="8484">45</cx:pt>
          <cx:pt idx="8485">100</cx:pt>
          <cx:pt idx="8486">125</cx:pt>
          <cx:pt idx="8487">200</cx:pt>
          <cx:pt idx="8488">109</cx:pt>
          <cx:pt idx="8489">70</cx:pt>
          <cx:pt idx="8490">125</cx:pt>
          <cx:pt idx="8491">99</cx:pt>
          <cx:pt idx="8492">134</cx:pt>
          <cx:pt idx="8493">65</cx:pt>
          <cx:pt idx="8494">60</cx:pt>
          <cx:pt idx="8495">250</cx:pt>
          <cx:pt idx="8496">108</cx:pt>
          <cx:pt idx="8497">69</cx:pt>
          <cx:pt idx="8498">105</cx:pt>
          <cx:pt idx="8499">221</cx:pt>
          <cx:pt idx="8500">457</cx:pt>
          <cx:pt idx="8501">198</cx:pt>
          <cx:pt idx="8502">140</cx:pt>
          <cx:pt idx="8503">160</cx:pt>
          <cx:pt idx="8504">200</cx:pt>
          <cx:pt idx="8505">80</cx:pt>
          <cx:pt idx="8506">120</cx:pt>
          <cx:pt idx="8507">58</cx:pt>
          <cx:pt idx="8508">111</cx:pt>
          <cx:pt idx="8509">74</cx:pt>
          <cx:pt idx="8510">38</cx:pt>
          <cx:pt idx="8511">175</cx:pt>
          <cx:pt idx="8512">65</cx:pt>
          <cx:pt idx="8513">190</cx:pt>
          <cx:pt idx="8514">245</cx:pt>
          <cx:pt idx="8515">175</cx:pt>
          <cx:pt idx="8516">80</cx:pt>
          <cx:pt idx="8517">119</cx:pt>
          <cx:pt idx="8518">295</cx:pt>
          <cx:pt idx="8519">183</cx:pt>
          <cx:pt idx="8520">94</cx:pt>
          <cx:pt idx="8521">105</cx:pt>
          <cx:pt idx="8522">100</cx:pt>
          <cx:pt idx="8523">120</cx:pt>
          <cx:pt idx="8524">125</cx:pt>
          <cx:pt idx="8525">175</cx:pt>
          <cx:pt idx="8526">80</cx:pt>
          <cx:pt idx="8527">169</cx:pt>
          <cx:pt idx="8528">200</cx:pt>
          <cx:pt idx="8529">90</cx:pt>
          <cx:pt idx="8530">100</cx:pt>
          <cx:pt idx="8531">90</cx:pt>
          <cx:pt idx="8532">100</cx:pt>
          <cx:pt idx="8533">500</cx:pt>
          <cx:pt idx="8534">250</cx:pt>
          <cx:pt idx="8535">230</cx:pt>
          <cx:pt idx="8536">150</cx:pt>
          <cx:pt idx="8537">125</cx:pt>
          <cx:pt idx="8538">75</cx:pt>
          <cx:pt idx="8539">110</cx:pt>
          <cx:pt idx="8540">100</cx:pt>
          <cx:pt idx="8541">85</cx:pt>
          <cx:pt idx="8542">205</cx:pt>
          <cx:pt idx="8543">125</cx:pt>
          <cx:pt idx="8544">255</cx:pt>
          <cx:pt idx="8545">99</cx:pt>
          <cx:pt idx="8546">175</cx:pt>
          <cx:pt idx="8547">91</cx:pt>
          <cx:pt idx="8548">55</cx:pt>
          <cx:pt idx="8549">60</cx:pt>
          <cx:pt idx="8550">130</cx:pt>
          <cx:pt idx="8551">95</cx:pt>
          <cx:pt idx="8552">255</cx:pt>
          <cx:pt idx="8553">200</cx:pt>
          <cx:pt idx="8554">67</cx:pt>
          <cx:pt idx="8555">145</cx:pt>
          <cx:pt idx="8556">153</cx:pt>
          <cx:pt idx="8557">94</cx:pt>
          <cx:pt idx="8558">141</cx:pt>
          <cx:pt idx="8559">118</cx:pt>
          <cx:pt idx="8560">100</cx:pt>
          <cx:pt idx="8561">149</cx:pt>
          <cx:pt idx="8562">75</cx:pt>
          <cx:pt idx="8563">230</cx:pt>
          <cx:pt idx="8564">95</cx:pt>
          <cx:pt idx="8565">95</cx:pt>
          <cx:pt idx="8566">250</cx:pt>
          <cx:pt idx="8567">89</cx:pt>
          <cx:pt idx="8568">463</cx:pt>
          <cx:pt idx="8569">255</cx:pt>
          <cx:pt idx="8570">243</cx:pt>
          <cx:pt idx="8571">203</cx:pt>
          <cx:pt idx="8572">359</cx:pt>
          <cx:pt idx="8573">200</cx:pt>
          <cx:pt idx="8574">185</cx:pt>
          <cx:pt idx="8575">200</cx:pt>
          <cx:pt idx="8576">63</cx:pt>
          <cx:pt idx="8577">175</cx:pt>
          <cx:pt idx="8578">80</cx:pt>
          <cx:pt idx="8579">99</cx:pt>
          <cx:pt idx="8580">106</cx:pt>
          <cx:pt idx="8581">73</cx:pt>
          <cx:pt idx="8582">99</cx:pt>
          <cx:pt idx="8583">115</cx:pt>
          <cx:pt idx="8584">130</cx:pt>
          <cx:pt idx="8585">143</cx:pt>
          <cx:pt idx="8586">150</cx:pt>
          <cx:pt idx="8587">150</cx:pt>
          <cx:pt idx="8588">100</cx:pt>
          <cx:pt idx="8589">125</cx:pt>
          <cx:pt idx="8590">250</cx:pt>
          <cx:pt idx="8591">220</cx:pt>
          <cx:pt idx="8592">172</cx:pt>
          <cx:pt idx="8593">152</cx:pt>
          <cx:pt idx="8594">139</cx:pt>
          <cx:pt idx="8595">450</cx:pt>
          <cx:pt idx="8596">425</cx:pt>
          <cx:pt idx="8597">275</cx:pt>
          <cx:pt idx="8598">125</cx:pt>
          <cx:pt idx="8599">75</cx:pt>
          <cx:pt idx="8600">110</cx:pt>
          <cx:pt idx="8601">325</cx:pt>
          <cx:pt idx="8602">144</cx:pt>
          <cx:pt idx="8603">141</cx:pt>
          <cx:pt idx="8604">58</cx:pt>
          <cx:pt idx="8605">175</cx:pt>
          <cx:pt idx="8606">70</cx:pt>
          <cx:pt idx="8607">195</cx:pt>
          <cx:pt idx="8608">28</cx:pt>
          <cx:pt idx="8609">129</cx:pt>
          <cx:pt idx="8610">160</cx:pt>
          <cx:pt idx="8611">54</cx:pt>
          <cx:pt idx="8612">149</cx:pt>
          <cx:pt idx="8613">129</cx:pt>
          <cx:pt idx="8614">125</cx:pt>
          <cx:pt idx="8615">50</cx:pt>
          <cx:pt idx="8616">90</cx:pt>
          <cx:pt idx="8617">79</cx:pt>
          <cx:pt idx="8618">120</cx:pt>
          <cx:pt idx="8619">130</cx:pt>
          <cx:pt idx="8620">135</cx:pt>
          <cx:pt idx="8621">89</cx:pt>
          <cx:pt idx="8622">223</cx:pt>
          <cx:pt idx="8623">100</cx:pt>
          <cx:pt idx="8624">138</cx:pt>
          <cx:pt idx="8625">26</cx:pt>
          <cx:pt idx="8626">150</cx:pt>
          <cx:pt idx="8627">70</cx:pt>
          <cx:pt idx="8628">149</cx:pt>
          <cx:pt idx="8629">200</cx:pt>
          <cx:pt idx="8630">99</cx:pt>
          <cx:pt idx="8631">172</cx:pt>
          <cx:pt idx="8632">169</cx:pt>
          <cx:pt idx="8633">100</cx:pt>
          <cx:pt idx="8634">200</cx:pt>
          <cx:pt idx="8635">70</cx:pt>
          <cx:pt idx="8636">440</cx:pt>
          <cx:pt idx="8637">70</cx:pt>
          <cx:pt idx="8638">79</cx:pt>
          <cx:pt idx="8639">100</cx:pt>
          <cx:pt idx="8640">150</cx:pt>
          <cx:pt idx="8641">109</cx:pt>
          <cx:pt idx="8642">75</cx:pt>
          <cx:pt idx="8643">88</cx:pt>
          <cx:pt idx="8644">175</cx:pt>
          <cx:pt idx="8645">231</cx:pt>
          <cx:pt idx="8646">500</cx:pt>
          <cx:pt idx="8647">190</cx:pt>
          <cx:pt idx="8648">140</cx:pt>
          <cx:pt idx="8649">75</cx:pt>
          <cx:pt idx="8650">90</cx:pt>
          <cx:pt idx="8651">250</cx:pt>
          <cx:pt idx="8652">145</cx:pt>
          <cx:pt idx="8653">30</cx:pt>
          <cx:pt idx="8654">55</cx:pt>
          <cx:pt idx="8655">100</cx:pt>
          <cx:pt idx="8656">100</cx:pt>
          <cx:pt idx="8657">80</cx:pt>
          <cx:pt idx="8658">133</cx:pt>
          <cx:pt idx="8659">130</cx:pt>
          <cx:pt idx="8660">70</cx:pt>
          <cx:pt idx="8661">326</cx:pt>
          <cx:pt idx="8662">250</cx:pt>
          <cx:pt idx="8663">70</cx:pt>
          <cx:pt idx="8664">75</cx:pt>
          <cx:pt idx="8665">80</cx:pt>
          <cx:pt idx="8666">70</cx:pt>
          <cx:pt idx="8667">371</cx:pt>
          <cx:pt idx="8668">125</cx:pt>
          <cx:pt idx="8669">150</cx:pt>
          <cx:pt idx="8670">125</cx:pt>
          <cx:pt idx="8671">180</cx:pt>
          <cx:pt idx="8672">82</cx:pt>
          <cx:pt idx="8673">110</cx:pt>
          <cx:pt idx="8674">180</cx:pt>
          <cx:pt idx="8675">96</cx:pt>
          <cx:pt idx="8676">119</cx:pt>
          <cx:pt idx="8677">120</cx:pt>
          <cx:pt idx="8678">105</cx:pt>
          <cx:pt idx="8679">160</cx:pt>
          <cx:pt idx="8680">64</cx:pt>
          <cx:pt idx="8681">125</cx:pt>
          <cx:pt idx="8682">109</cx:pt>
          <cx:pt idx="8683">110</cx:pt>
          <cx:pt idx="8684">95</cx:pt>
          <cx:pt idx="8685">90</cx:pt>
          <cx:pt idx="8686">302</cx:pt>
          <cx:pt idx="8687">220</cx:pt>
          <cx:pt idx="8688">49</cx:pt>
          <cx:pt idx="8689">203</cx:pt>
          <cx:pt idx="8690">149</cx:pt>
          <cx:pt idx="8691">140</cx:pt>
          <cx:pt idx="8692">50</cx:pt>
          <cx:pt idx="8693">58</cx:pt>
          <cx:pt idx="8694">129</cx:pt>
          <cx:pt idx="8695">110</cx:pt>
          <cx:pt idx="8696">92</cx:pt>
          <cx:pt idx="8697">129</cx:pt>
          <cx:pt idx="8698">110</cx:pt>
          <cx:pt idx="8699">156</cx:pt>
          <cx:pt idx="8700">120</cx:pt>
          <cx:pt idx="8701">109</cx:pt>
          <cx:pt idx="8702">249</cx:pt>
          <cx:pt idx="8703">200</cx:pt>
          <cx:pt idx="8704">240</cx:pt>
          <cx:pt idx="8705">30</cx:pt>
          <cx:pt idx="8706">180</cx:pt>
          <cx:pt idx="8707">139</cx:pt>
          <cx:pt idx="8708">200</cx:pt>
          <cx:pt idx="8709">295</cx:pt>
          <cx:pt idx="8710">120</cx:pt>
          <cx:pt idx="8711">350</cx:pt>
          <cx:pt idx="8712">85</cx:pt>
          <cx:pt idx="8713">250</cx:pt>
          <cx:pt idx="8714">90</cx:pt>
          <cx:pt idx="8715">200</cx:pt>
          <cx:pt idx="8716">85</cx:pt>
          <cx:pt idx="8717">190</cx:pt>
          <cx:pt idx="8718">143</cx:pt>
          <cx:pt idx="8719">138</cx:pt>
          <cx:pt idx="8720">109</cx:pt>
          <cx:pt idx="8721">195</cx:pt>
          <cx:pt idx="8722">195</cx:pt>
          <cx:pt idx="8723">175</cx:pt>
          <cx:pt idx="8724">48</cx:pt>
          <cx:pt idx="8725">99</cx:pt>
          <cx:pt idx="8726">160</cx:pt>
          <cx:pt idx="8727">180</cx:pt>
          <cx:pt idx="8728">89</cx:pt>
          <cx:pt idx="8729">85</cx:pt>
          <cx:pt idx="8730">90</cx:pt>
          <cx:pt idx="8731">80</cx:pt>
          <cx:pt idx="8732">120</cx:pt>
          <cx:pt idx="8733">85</cx:pt>
          <cx:pt idx="8734">150</cx:pt>
          <cx:pt idx="8735">125</cx:pt>
          <cx:pt idx="8736">157</cx:pt>
          <cx:pt idx="8737">75</cx:pt>
          <cx:pt idx="8738">95</cx:pt>
          <cx:pt idx="8739">33</cx:pt>
          <cx:pt idx="8740">115</cx:pt>
          <cx:pt idx="8741">75</cx:pt>
          <cx:pt idx="8742">96</cx:pt>
          <cx:pt idx="8743">250</cx:pt>
          <cx:pt idx="8744">100</cx:pt>
          <cx:pt idx="8745">58</cx:pt>
          <cx:pt idx="8746">48</cx:pt>
          <cx:pt idx="8747">130</cx:pt>
          <cx:pt idx="8748">115</cx:pt>
          <cx:pt idx="8749">75</cx:pt>
          <cx:pt idx="8750">100</cx:pt>
          <cx:pt idx="8751">144</cx:pt>
          <cx:pt idx="8752">155</cx:pt>
          <cx:pt idx="8753">65</cx:pt>
          <cx:pt idx="8754">71</cx:pt>
          <cx:pt idx="8755">75</cx:pt>
          <cx:pt idx="8756">150</cx:pt>
          <cx:pt idx="8757">75</cx:pt>
          <cx:pt idx="8758">160</cx:pt>
          <cx:pt idx="8759">130</cx:pt>
          <cx:pt idx="8760">134</cx:pt>
          <cx:pt idx="8761">140</cx:pt>
          <cx:pt idx="8762">150</cx:pt>
          <cx:pt idx="8763">125</cx:pt>
          <cx:pt idx="8764">70</cx:pt>
          <cx:pt idx="8765">125</cx:pt>
          <cx:pt idx="8766">220</cx:pt>
          <cx:pt idx="8767">65</cx:pt>
          <cx:pt idx="8768">120</cx:pt>
          <cx:pt idx="8769">220</cx:pt>
          <cx:pt idx="8770">175</cx:pt>
          <cx:pt idx="8771">100</cx:pt>
          <cx:pt idx="8772">100</cx:pt>
          <cx:pt idx="8773">139</cx:pt>
          <cx:pt idx="8774">54</cx:pt>
          <cx:pt idx="8775">120</cx:pt>
          <cx:pt idx="8776">179</cx:pt>
          <cx:pt idx="8777">99</cx:pt>
          <cx:pt idx="8778">75</cx:pt>
          <cx:pt idx="8779">49</cx:pt>
          <cx:pt idx="8780">100</cx:pt>
          <cx:pt idx="8781">250</cx:pt>
          <cx:pt idx="8782">103</cx:pt>
          <cx:pt idx="8783">167</cx:pt>
          <cx:pt idx="8784">350</cx:pt>
          <cx:pt idx="8785">43</cx:pt>
          <cx:pt idx="8786">49</cx:pt>
          <cx:pt idx="8787">70</cx:pt>
          <cx:pt idx="8788">120</cx:pt>
          <cx:pt idx="8789">100</cx:pt>
          <cx:pt idx="8790">124</cx:pt>
          <cx:pt idx="8791">162</cx:pt>
          <cx:pt idx="8792">78</cx:pt>
          <cx:pt idx="8793">96</cx:pt>
          <cx:pt idx="8794">98</cx:pt>
          <cx:pt idx="8795">54</cx:pt>
          <cx:pt idx="8796">59</cx:pt>
          <cx:pt idx="8797">85</cx:pt>
          <cx:pt idx="8798">300</cx:pt>
          <cx:pt idx="8799">229</cx:pt>
          <cx:pt idx="8800">271</cx:pt>
          <cx:pt idx="8801">85</cx:pt>
          <cx:pt idx="8802">95</cx:pt>
          <cx:pt idx="8803">139</cx:pt>
          <cx:pt idx="8804">89</cx:pt>
          <cx:pt idx="8805">220</cx:pt>
          <cx:pt idx="8806">134</cx:pt>
          <cx:pt idx="8807">100</cx:pt>
          <cx:pt idx="8808">180</cx:pt>
          <cx:pt idx="8809">150</cx:pt>
          <cx:pt idx="8810">130</cx:pt>
          <cx:pt idx="8811">149</cx:pt>
          <cx:pt idx="8812">150</cx:pt>
          <cx:pt idx="8813">200</cx:pt>
          <cx:pt idx="8814">150</cx:pt>
          <cx:pt idx="8815">110</cx:pt>
          <cx:pt idx="8816">85</cx:pt>
          <cx:pt idx="8817">176</cx:pt>
          <cx:pt idx="8818">70</cx:pt>
          <cx:pt idx="8819">150</cx:pt>
          <cx:pt idx="8820">160</cx:pt>
          <cx:pt idx="8821">157</cx:pt>
          <cx:pt idx="8822">90</cx:pt>
          <cx:pt idx="8823">105</cx:pt>
          <cx:pt idx="8824">89</cx:pt>
          <cx:pt idx="8825">80</cx:pt>
          <cx:pt idx="8826">55</cx:pt>
          <cx:pt idx="8827">65</cx:pt>
          <cx:pt idx="8828">180</cx:pt>
          <cx:pt idx="8829">60</cx:pt>
          <cx:pt idx="8830">225</cx:pt>
          <cx:pt idx="8831">210</cx:pt>
          <cx:pt idx="8832">199</cx:pt>
          <cx:pt idx="8833">75</cx:pt>
          <cx:pt idx="8834">180</cx:pt>
          <cx:pt idx="8835">75</cx:pt>
          <cx:pt idx="8836">97</cx:pt>
          <cx:pt idx="8837">90</cx:pt>
          <cx:pt idx="8838">170</cx:pt>
          <cx:pt idx="8839">80</cx:pt>
          <cx:pt idx="8840">396</cx:pt>
          <cx:pt idx="8841">140</cx:pt>
          <cx:pt idx="8842">90</cx:pt>
          <cx:pt idx="8843">51</cx:pt>
          <cx:pt idx="8844">250</cx:pt>
          <cx:pt idx="8845">90</cx:pt>
          <cx:pt idx="8846">135</cx:pt>
          <cx:pt idx="8847">65</cx:pt>
          <cx:pt idx="8848">111</cx:pt>
          <cx:pt idx="8849">275</cx:pt>
          <cx:pt idx="8850">65</cx:pt>
          <cx:pt idx="8851">125</cx:pt>
          <cx:pt idx="8852">97</cx:pt>
          <cx:pt idx="8853">145</cx:pt>
          <cx:pt idx="8854">75</cx:pt>
          <cx:pt idx="8855">61</cx:pt>
          <cx:pt idx="8856">78</cx:pt>
          <cx:pt idx="8857">99</cx:pt>
          <cx:pt idx="8858">300</cx:pt>
          <cx:pt idx="8859">119</cx:pt>
          <cx:pt idx="8860">200</cx:pt>
          <cx:pt idx="8861">100</cx:pt>
          <cx:pt idx="8862">150</cx:pt>
          <cx:pt idx="8863">55</cx:pt>
          <cx:pt idx="8864">149</cx:pt>
          <cx:pt idx="8865">116</cx:pt>
          <cx:pt idx="8866">100</cx:pt>
          <cx:pt idx="8867">100</cx:pt>
          <cx:pt idx="8868">47</cx:pt>
          <cx:pt idx="8869">185</cx:pt>
          <cx:pt idx="8870">100</cx:pt>
          <cx:pt idx="8871">149</cx:pt>
          <cx:pt idx="8872">79</cx:pt>
          <cx:pt idx="8873">180</cx:pt>
          <cx:pt idx="8874">180</cx:pt>
          <cx:pt idx="8875">39</cx:pt>
          <cx:pt idx="8876">140</cx:pt>
          <cx:pt idx="8877">175</cx:pt>
          <cx:pt idx="8878">135</cx:pt>
          <cx:pt idx="8879">90</cx:pt>
          <cx:pt idx="8880">144</cx:pt>
          <cx:pt idx="8881">208</cx:pt>
          <cx:pt idx="8882">100</cx:pt>
          <cx:pt idx="8883">175</cx:pt>
          <cx:pt idx="8884">190</cx:pt>
          <cx:pt idx="8885">220</cx:pt>
          <cx:pt idx="8886">125</cx:pt>
          <cx:pt idx="8887">134</cx:pt>
          <cx:pt idx="8888">125</cx:pt>
          <cx:pt idx="8889">280</cx:pt>
          <cx:pt idx="8890">136</cx:pt>
          <cx:pt idx="8891">100</cx:pt>
          <cx:pt idx="8892">99</cx:pt>
          <cx:pt idx="8893">99</cx:pt>
          <cx:pt idx="8894">125</cx:pt>
          <cx:pt idx="8895">165</cx:pt>
          <cx:pt idx="8896">86</cx:pt>
          <cx:pt idx="8897">250</cx:pt>
          <cx:pt idx="8898">250</cx:pt>
          <cx:pt idx="8899">40</cx:pt>
          <cx:pt idx="8900">110</cx:pt>
          <cx:pt idx="8901">190</cx:pt>
          <cx:pt idx="8902">280</cx:pt>
          <cx:pt idx="8903">150</cx:pt>
          <cx:pt idx="8904">91</cx:pt>
          <cx:pt idx="8905">215</cx:pt>
          <cx:pt idx="8906">160</cx:pt>
          <cx:pt idx="8907">129</cx:pt>
          <cx:pt idx="8908">95</cx:pt>
          <cx:pt idx="8909">170</cx:pt>
          <cx:pt idx="8910">180</cx:pt>
          <cx:pt idx="8911">250</cx:pt>
          <cx:pt idx="8912">225</cx:pt>
          <cx:pt idx="8913">160</cx:pt>
          <cx:pt idx="8914">140</cx:pt>
          <cx:pt idx="8915">80</cx:pt>
          <cx:pt idx="8916">102</cx:pt>
          <cx:pt idx="8917">95</cx:pt>
          <cx:pt idx="8918">79</cx:pt>
          <cx:pt idx="8919">243</cx:pt>
          <cx:pt idx="8920">211</cx:pt>
          <cx:pt idx="8921">126</cx:pt>
          <cx:pt idx="8922">170</cx:pt>
          <cx:pt idx="8923">71</cx:pt>
          <cx:pt idx="8924">50</cx:pt>
          <cx:pt idx="8925">157</cx:pt>
          <cx:pt idx="8926">113</cx:pt>
          <cx:pt idx="8927">78</cx:pt>
          <cx:pt idx="8928">250</cx:pt>
          <cx:pt idx="8929">149</cx:pt>
          <cx:pt idx="8930">120</cx:pt>
          <cx:pt idx="8931">89</cx:pt>
          <cx:pt idx="8932">100</cx:pt>
          <cx:pt idx="8933">149</cx:pt>
          <cx:pt idx="8934">232</cx:pt>
          <cx:pt idx="8935">54</cx:pt>
          <cx:pt idx="8936">60</cx:pt>
          <cx:pt idx="8937">65</cx:pt>
          <cx:pt idx="8938">140</cx:pt>
          <cx:pt idx="8939">170</cx:pt>
          <cx:pt idx="8940">149</cx:pt>
          <cx:pt idx="8941">103</cx:pt>
          <cx:pt idx="8942">99</cx:pt>
          <cx:pt idx="8943">199</cx:pt>
          <cx:pt idx="8944">199</cx:pt>
          <cx:pt idx="8945">104</cx:pt>
          <cx:pt idx="8946">188</cx:pt>
          <cx:pt idx="8947">80</cx:pt>
          <cx:pt idx="8948">55</cx:pt>
          <cx:pt idx="8949">92</cx:pt>
          <cx:pt idx="8950">75</cx:pt>
          <cx:pt idx="8951">114</cx:pt>
          <cx:pt idx="8952">120</cx:pt>
          <cx:pt idx="8953">219</cx:pt>
          <cx:pt idx="8954">60</cx:pt>
          <cx:pt idx="8955">150</cx:pt>
          <cx:pt idx="8956">94</cx:pt>
          <cx:pt idx="8957">135</cx:pt>
          <cx:pt idx="8958">105</cx:pt>
          <cx:pt idx="8959">153</cx:pt>
          <cx:pt idx="8960">130</cx:pt>
          <cx:pt idx="8961">48</cx:pt>
          <cx:pt idx="8962">100</cx:pt>
          <cx:pt idx="8963">102</cx:pt>
          <cx:pt idx="8964">125</cx:pt>
          <cx:pt idx="8965">125</cx:pt>
          <cx:pt idx="8966">194</cx:pt>
          <cx:pt idx="8967">150</cx:pt>
          <cx:pt idx="8968">169</cx:pt>
          <cx:pt idx="8969">79</cx:pt>
          <cx:pt idx="8970">125</cx:pt>
          <cx:pt idx="8971">79</cx:pt>
          <cx:pt idx="8972">80</cx:pt>
          <cx:pt idx="8973">130</cx:pt>
          <cx:pt idx="8974">80</cx:pt>
          <cx:pt idx="8975">250</cx:pt>
          <cx:pt idx="8976">170</cx:pt>
          <cx:pt idx="8977">280</cx:pt>
          <cx:pt idx="8978">175</cx:pt>
          <cx:pt idx="8979">80</cx:pt>
          <cx:pt idx="8980">195</cx:pt>
          <cx:pt idx="8981">270</cx:pt>
          <cx:pt idx="8982">170</cx:pt>
          <cx:pt idx="8983">206</cx:pt>
          <cx:pt idx="8984">140</cx:pt>
          <cx:pt idx="8985">70</cx:pt>
          <cx:pt idx="8986">130</cx:pt>
          <cx:pt idx="8987">188</cx:pt>
          <cx:pt idx="8988">125</cx:pt>
          <cx:pt idx="8989">135</cx:pt>
          <cx:pt idx="8990">306</cx:pt>
          <cx:pt idx="8991">191</cx:pt>
          <cx:pt idx="8992">90</cx:pt>
          <cx:pt idx="8993">138</cx:pt>
          <cx:pt idx="8994">195</cx:pt>
          <cx:pt idx="8995">85</cx:pt>
          <cx:pt idx="8996">250</cx:pt>
          <cx:pt idx="8997">150</cx:pt>
          <cx:pt idx="8998">450</cx:pt>
          <cx:pt idx="8999">120</cx:pt>
          <cx:pt idx="9000">100</cx:pt>
          <cx:pt idx="9001">130</cx:pt>
          <cx:pt idx="9002">75</cx:pt>
          <cx:pt idx="9003">70</cx:pt>
          <cx:pt idx="9004">128</cx:pt>
          <cx:pt idx="9005">84</cx:pt>
          <cx:pt idx="9006">88</cx:pt>
          <cx:pt idx="9007">190</cx:pt>
          <cx:pt idx="9008">50</cx:pt>
          <cx:pt idx="9009">300</cx:pt>
          <cx:pt idx="9010">196</cx:pt>
          <cx:pt idx="9011">178</cx:pt>
          <cx:pt idx="9012">85</cx:pt>
          <cx:pt idx="9013">129</cx:pt>
          <cx:pt idx="9014">95</cx:pt>
          <cx:pt idx="9015">350</cx:pt>
          <cx:pt idx="9016">140</cx:pt>
          <cx:pt idx="9017">193</cx:pt>
          <cx:pt idx="9018">59</cx:pt>
          <cx:pt idx="9019">155</cx:pt>
          <cx:pt idx="9020">300</cx:pt>
          <cx:pt idx="9021">189</cx:pt>
          <cx:pt idx="9022">92</cx:pt>
          <cx:pt idx="9023">262</cx:pt>
          <cx:pt idx="9024">486</cx:pt>
          <cx:pt idx="9025">78</cx:pt>
          <cx:pt idx="9026">78</cx:pt>
          <cx:pt idx="9027">82</cx:pt>
          <cx:pt idx="9028">140</cx:pt>
          <cx:pt idx="9029">95</cx:pt>
          <cx:pt idx="9030">210</cx:pt>
          <cx:pt idx="9031">74</cx:pt>
          <cx:pt idx="9032">94</cx:pt>
          <cx:pt idx="9033">101</cx:pt>
          <cx:pt idx="9034">464</cx:pt>
          <cx:pt idx="9035">160</cx:pt>
          <cx:pt idx="9036">65</cx:pt>
          <cx:pt idx="9037">75</cx:pt>
          <cx:pt idx="9038">250</cx:pt>
          <cx:pt idx="9039">110</cx:pt>
          <cx:pt idx="9040">139</cx:pt>
          <cx:pt idx="9041">58</cx:pt>
          <cx:pt idx="9042">175</cx:pt>
          <cx:pt idx="9043">170</cx:pt>
          <cx:pt idx="9044">110</cx:pt>
          <cx:pt idx="9045">280</cx:pt>
          <cx:pt idx="9046">75</cx:pt>
          <cx:pt idx="9047">209</cx:pt>
          <cx:pt idx="9048">100</cx:pt>
          <cx:pt idx="9049">135</cx:pt>
          <cx:pt idx="9050">193</cx:pt>
          <cx:pt idx="9051">285</cx:pt>
          <cx:pt idx="9052">99</cx:pt>
          <cx:pt idx="9053">110</cx:pt>
          <cx:pt idx="9054">49</cx:pt>
          <cx:pt idx="9055">189</cx:pt>
          <cx:pt idx="9056">99</cx:pt>
          <cx:pt idx="9057">99</cx:pt>
          <cx:pt idx="9058">75</cx:pt>
          <cx:pt idx="9059">115</cx:pt>
          <cx:pt idx="9060">200</cx:pt>
          <cx:pt idx="9061">170</cx:pt>
          <cx:pt idx="9062">200</cx:pt>
          <cx:pt idx="9063">119</cx:pt>
          <cx:pt idx="9064">80</cx:pt>
          <cx:pt idx="9065">250</cx:pt>
          <cx:pt idx="9066">200</cx:pt>
          <cx:pt idx="9067">195</cx:pt>
          <cx:pt idx="9068">149</cx:pt>
          <cx:pt idx="9069">150</cx:pt>
          <cx:pt idx="9070">80</cx:pt>
          <cx:pt idx="9071">110</cx:pt>
          <cx:pt idx="9072">153</cx:pt>
          <cx:pt idx="9073">150</cx:pt>
          <cx:pt idx="9074">60</cx:pt>
          <cx:pt idx="9075">134</cx:pt>
          <cx:pt idx="9076">120</cx:pt>
          <cx:pt idx="9077">40</cx:pt>
          <cx:pt idx="9078">206</cx:pt>
          <cx:pt idx="9079">180</cx:pt>
          <cx:pt idx="9080">270</cx:pt>
          <cx:pt idx="9081">95</cx:pt>
          <cx:pt idx="9082">167</cx:pt>
          <cx:pt idx="9083">453</cx:pt>
          <cx:pt idx="9084">106</cx:pt>
          <cx:pt idx="9085">110</cx:pt>
          <cx:pt idx="9086">175</cx:pt>
          <cx:pt idx="9087">200</cx:pt>
          <cx:pt idx="9088">100</cx:pt>
          <cx:pt idx="9089">80</cx:pt>
          <cx:pt idx="9090">262</cx:pt>
          <cx:pt idx="9091">200</cx:pt>
          <cx:pt idx="9092">150</cx:pt>
          <cx:pt idx="9093">95</cx:pt>
          <cx:pt idx="9094">185</cx:pt>
          <cx:pt idx="9095">83</cx:pt>
          <cx:pt idx="9096">180</cx:pt>
          <cx:pt idx="9097">25</cx:pt>
          <cx:pt idx="9098">171</cx:pt>
          <cx:pt idx="9099">395</cx:pt>
          <cx:pt idx="9100">70</cx:pt>
          <cx:pt idx="9101">275</cx:pt>
          <cx:pt idx="9102">74</cx:pt>
          <cx:pt idx="9103">200</cx:pt>
          <cx:pt idx="9104">101</cx:pt>
          <cx:pt idx="9105">195</cx:pt>
          <cx:pt idx="9106">209</cx:pt>
          <cx:pt idx="9107">139</cx:pt>
          <cx:pt idx="9108">128</cx:pt>
          <cx:pt idx="9109">191</cx:pt>
          <cx:pt idx="9110">150</cx:pt>
          <cx:pt idx="9111">185</cx:pt>
          <cx:pt idx="9112">109</cx:pt>
          <cx:pt idx="9113">89</cx:pt>
          <cx:pt idx="9114">200</cx:pt>
          <cx:pt idx="9115">98</cx:pt>
          <cx:pt idx="9116">75</cx:pt>
          <cx:pt idx="9117">157</cx:pt>
          <cx:pt idx="9118">200</cx:pt>
          <cx:pt idx="9119">184</cx:pt>
          <cx:pt idx="9120">89</cx:pt>
          <cx:pt idx="9121">122</cx:pt>
          <cx:pt idx="9122">81</cx:pt>
          <cx:pt idx="9123">200</cx:pt>
          <cx:pt idx="9124">177</cx:pt>
          <cx:pt idx="9125">232</cx:pt>
          <cx:pt idx="9126">196</cx:pt>
          <cx:pt idx="9127">120</cx:pt>
          <cx:pt idx="9128">160</cx:pt>
          <cx:pt idx="9129">123</cx:pt>
          <cx:pt idx="9130">48</cx:pt>
          <cx:pt idx="9131">136</cx:pt>
          <cx:pt idx="9132">80</cx:pt>
          <cx:pt idx="9133">90</cx:pt>
          <cx:pt idx="9134">51</cx:pt>
          <cx:pt idx="9135">150</cx:pt>
          <cx:pt idx="9136">188</cx:pt>
          <cx:pt idx="9137">100</cx:pt>
          <cx:pt idx="9138">370</cx:pt>
          <cx:pt idx="9139">19</cx:pt>
          <cx:pt idx="9140">175</cx:pt>
          <cx:pt idx="9141">135</cx:pt>
          <cx:pt idx="9142">175</cx:pt>
          <cx:pt idx="9143">199</cx:pt>
          <cx:pt idx="9144">110</cx:pt>
          <cx:pt idx="9145">66</cx:pt>
          <cx:pt idx="9146">133</cx:pt>
          <cx:pt idx="9147">232</cx:pt>
          <cx:pt idx="9148">110</cx:pt>
          <cx:pt idx="9149">170</cx:pt>
          <cx:pt idx="9150">148</cx:pt>
          <cx:pt idx="9151">200</cx:pt>
          <cx:pt idx="9152">80</cx:pt>
          <cx:pt idx="9153">30</cx:pt>
          <cx:pt idx="9154">125</cx:pt>
          <cx:pt idx="9155">200</cx:pt>
          <cx:pt idx="9156">469</cx:pt>
          <cx:pt idx="9157">50</cx:pt>
          <cx:pt idx="9158">129</cx:pt>
          <cx:pt idx="9159">149</cx:pt>
          <cx:pt idx="9160">75</cx:pt>
          <cx:pt idx="9161">150</cx:pt>
          <cx:pt idx="9162">95</cx:pt>
          <cx:pt idx="9163">189</cx:pt>
          <cx:pt idx="9164">140</cx:pt>
          <cx:pt idx="9165">64</cx:pt>
          <cx:pt idx="9166">300</cx:pt>
          <cx:pt idx="9167">132</cx:pt>
          <cx:pt idx="9168">95</cx:pt>
          <cx:pt idx="9169">250</cx:pt>
          <cx:pt idx="9170">104</cx:pt>
          <cx:pt idx="9171">150</cx:pt>
          <cx:pt idx="9172">100</cx:pt>
          <cx:pt idx="9173">50</cx:pt>
          <cx:pt idx="9174">85</cx:pt>
          <cx:pt idx="9175">136</cx:pt>
          <cx:pt idx="9176">100</cx:pt>
          <cx:pt idx="9177">150</cx:pt>
          <cx:pt idx="9178">49</cx:pt>
          <cx:pt idx="9179">150</cx:pt>
          <cx:pt idx="9180">130</cx:pt>
          <cx:pt idx="9181">99</cx:pt>
          <cx:pt idx="9182">139</cx:pt>
          <cx:pt idx="9183">125</cx:pt>
          <cx:pt idx="9184">375</cx:pt>
          <cx:pt idx="9185">149</cx:pt>
          <cx:pt idx="9186">100</cx:pt>
          <cx:pt idx="9187">140</cx:pt>
          <cx:pt idx="9188">140</cx:pt>
          <cx:pt idx="9189">170</cx:pt>
          <cx:pt idx="9190">110</cx:pt>
          <cx:pt idx="9191">100</cx:pt>
          <cx:pt idx="9192">139</cx:pt>
          <cx:pt idx="9193">199</cx:pt>
          <cx:pt idx="9194">80</cx:pt>
          <cx:pt idx="9195">75</cx:pt>
          <cx:pt idx="9196">200</cx:pt>
          <cx:pt idx="9197">250</cx:pt>
          <cx:pt idx="9198">110</cx:pt>
          <cx:pt idx="9199">125</cx:pt>
          <cx:pt idx="9200">93</cx:pt>
          <cx:pt idx="9201">157</cx:pt>
          <cx:pt idx="9202">106</cx:pt>
          <cx:pt idx="9203">225</cx:pt>
          <cx:pt idx="9204">302</cx:pt>
          <cx:pt idx="9205">75</cx:pt>
          <cx:pt idx="9206">184</cx:pt>
          <cx:pt idx="9207">168</cx:pt>
          <cx:pt idx="9208">155</cx:pt>
          <cx:pt idx="9209">60</cx:pt>
          <cx:pt idx="9210">175</cx:pt>
          <cx:pt idx="9211">90</cx:pt>
          <cx:pt idx="9212">85</cx:pt>
          <cx:pt idx="9213">400</cx:pt>
          <cx:pt idx="9214">129</cx:pt>
          <cx:pt idx="9215">84</cx:pt>
          <cx:pt idx="9216">159</cx:pt>
          <cx:pt idx="9217">275</cx:pt>
          <cx:pt idx="9218">175</cx:pt>
          <cx:pt idx="9219">199</cx:pt>
          <cx:pt idx="9220">120</cx:pt>
          <cx:pt idx="9221">118</cx:pt>
          <cx:pt idx="9222">88</cx:pt>
          <cx:pt idx="9223">120</cx:pt>
          <cx:pt idx="9224">150</cx:pt>
          <cx:pt idx="9225">140</cx:pt>
          <cx:pt idx="9226">102</cx:pt>
          <cx:pt idx="9227">199</cx:pt>
          <cx:pt idx="9228">130</cx:pt>
          <cx:pt idx="9229">145</cx:pt>
          <cx:pt idx="9230">150</cx:pt>
          <cx:pt idx="9231">52</cx:pt>
          <cx:pt idx="9232">27</cx:pt>
          <cx:pt idx="9233">99</cx:pt>
          <cx:pt idx="9234">99</cx:pt>
          <cx:pt idx="9235">110</cx:pt>
          <cx:pt idx="9236">200</cx:pt>
          <cx:pt idx="9237">89</cx:pt>
          <cx:pt idx="9238">175</cx:pt>
          <cx:pt idx="9239">160</cx:pt>
          <cx:pt idx="9240">225</cx:pt>
          <cx:pt idx="9241">57</cx:pt>
          <cx:pt idx="9242">119</cx:pt>
          <cx:pt idx="9243">109</cx:pt>
          <cx:pt idx="9244">222</cx:pt>
          <cx:pt idx="9245">120</cx:pt>
          <cx:pt idx="9246">157</cx:pt>
          <cx:pt idx="9247">230</cx:pt>
          <cx:pt idx="9248">246</cx:pt>
          <cx:pt idx="9249">81</cx:pt>
          <cx:pt idx="9250">52</cx:pt>
          <cx:pt idx="9251">90</cx:pt>
          <cx:pt idx="9252">100</cx:pt>
          <cx:pt idx="9253">190</cx:pt>
          <cx:pt idx="9254">80</cx:pt>
          <cx:pt idx="9255">98</cx:pt>
          <cx:pt idx="9256">190</cx:pt>
          <cx:pt idx="9257">187</cx:pt>
          <cx:pt idx="9258">159</cx:pt>
          <cx:pt idx="9259">294</cx:pt>
          <cx:pt idx="9260">150</cx:pt>
          <cx:pt idx="9261">261</cx:pt>
          <cx:pt idx="9262">201</cx:pt>
          <cx:pt idx="9263">100</cx:pt>
          <cx:pt idx="9264">123</cx:pt>
          <cx:pt idx="9265">110</cx:pt>
          <cx:pt idx="9266">66</cx:pt>
          <cx:pt idx="9267">90</cx:pt>
          <cx:pt idx="9268">150</cx:pt>
          <cx:pt idx="9269">135</cx:pt>
          <cx:pt idx="9270">175</cx:pt>
          <cx:pt idx="9271">60</cx:pt>
          <cx:pt idx="9272">180</cx:pt>
          <cx:pt idx="9273">175</cx:pt>
          <cx:pt idx="9274">250</cx:pt>
          <cx:pt idx="9275">165</cx:pt>
          <cx:pt idx="9276">300</cx:pt>
          <cx:pt idx="9277">140</cx:pt>
          <cx:pt idx="9278">175</cx:pt>
          <cx:pt idx="9279">58</cx:pt>
          <cx:pt idx="9280">123</cx:pt>
          <cx:pt idx="9281">189</cx:pt>
          <cx:pt idx="9282">120</cx:pt>
          <cx:pt idx="9283">85</cx:pt>
          <cx:pt idx="9284">68</cx:pt>
          <cx:pt idx="9285">85</cx:pt>
          <cx:pt idx="9286">135</cx:pt>
          <cx:pt idx="9287">125</cx:pt>
          <cx:pt idx="9288">120</cx:pt>
          <cx:pt idx="9289">124</cx:pt>
          <cx:pt idx="9290">160</cx:pt>
          <cx:pt idx="9291">150</cx:pt>
          <cx:pt idx="9292">115</cx:pt>
          <cx:pt idx="9293">160</cx:pt>
          <cx:pt idx="9294">220</cx:pt>
          <cx:pt idx="9295">129</cx:pt>
          <cx:pt idx="9296">95</cx:pt>
          <cx:pt idx="9297">136</cx:pt>
          <cx:pt idx="9298">240</cx:pt>
          <cx:pt idx="9299">80</cx:pt>
          <cx:pt idx="9300">85</cx:pt>
          <cx:pt idx="9301">120</cx:pt>
          <cx:pt idx="9302">250</cx:pt>
          <cx:pt idx="9303">125</cx:pt>
          <cx:pt idx="9304">344</cx:pt>
          <cx:pt idx="9305">89</cx:pt>
          <cx:pt idx="9306">149</cx:pt>
          <cx:pt idx="9307">286</cx:pt>
          <cx:pt idx="9308">219</cx:pt>
          <cx:pt idx="9309">100</cx:pt>
          <cx:pt idx="9310">250</cx:pt>
          <cx:pt idx="9311">125</cx:pt>
          <cx:pt idx="9312">300</cx:pt>
          <cx:pt idx="9313">175</cx:pt>
          <cx:pt idx="9314">150</cx:pt>
          <cx:pt idx="9315">50</cx:pt>
          <cx:pt idx="9316">75</cx:pt>
          <cx:pt idx="9317">250</cx:pt>
          <cx:pt idx="9318">109</cx:pt>
          <cx:pt idx="9319">150</cx:pt>
          <cx:pt idx="9320">110</cx:pt>
          <cx:pt idx="9321">100</cx:pt>
          <cx:pt idx="9322">285</cx:pt>
          <cx:pt idx="9323">130</cx:pt>
          <cx:pt idx="9324">299</cx:pt>
          <cx:pt idx="9325">214</cx:pt>
          <cx:pt idx="9326">90</cx:pt>
          <cx:pt idx="9327">169</cx:pt>
          <cx:pt idx="9328">344</cx:pt>
          <cx:pt idx="9329">75</cx:pt>
          <cx:pt idx="9330">70</cx:pt>
          <cx:pt idx="9331">80</cx:pt>
          <cx:pt idx="9332">150</cx:pt>
          <cx:pt idx="9333">175</cx:pt>
          <cx:pt idx="9334">130</cx:pt>
          <cx:pt idx="9335">79</cx:pt>
          <cx:pt idx="9336">191</cx:pt>
          <cx:pt idx="9337">99</cx:pt>
          <cx:pt idx="9338">118</cx:pt>
          <cx:pt idx="9339">65</cx:pt>
          <cx:pt idx="9340">120</cx:pt>
          <cx:pt idx="9341">150</cx:pt>
          <cx:pt idx="9342">85</cx:pt>
          <cx:pt idx="9343">100</cx:pt>
          <cx:pt idx="9344">100</cx:pt>
          <cx:pt idx="9345">125</cx:pt>
          <cx:pt idx="9346">111</cx:pt>
          <cx:pt idx="9347">307</cx:pt>
          <cx:pt idx="9348">78</cx:pt>
          <cx:pt idx="9349">250</cx:pt>
          <cx:pt idx="9350">189</cx:pt>
          <cx:pt idx="9351">97</cx:pt>
          <cx:pt idx="9352">216</cx:pt>
          <cx:pt idx="9353">150</cx:pt>
          <cx:pt idx="9354">99</cx:pt>
          <cx:pt idx="9355">150</cx:pt>
          <cx:pt idx="9356">75</cx:pt>
          <cx:pt idx="9357">84</cx:pt>
          <cx:pt idx="9358">249</cx:pt>
          <cx:pt idx="9359">49</cx:pt>
          <cx:pt idx="9360">80</cx:pt>
          <cx:pt idx="9361">435</cx:pt>
          <cx:pt idx="9362">200</cx:pt>
          <cx:pt idx="9363">150</cx:pt>
          <cx:pt idx="9364">275</cx:pt>
          <cx:pt idx="9365">125</cx:pt>
          <cx:pt idx="9366">136</cx:pt>
          <cx:pt idx="9367">225</cx:pt>
          <cx:pt idx="9368">260</cx:pt>
          <cx:pt idx="9369">99</cx:pt>
          <cx:pt idx="9370">129</cx:pt>
          <cx:pt idx="9371">300</cx:pt>
          <cx:pt idx="9372">140</cx:pt>
          <cx:pt idx="9373">175</cx:pt>
          <cx:pt idx="9374">160</cx:pt>
          <cx:pt idx="9375">125</cx:pt>
          <cx:pt idx="9376">104</cx:pt>
          <cx:pt idx="9377">143</cx:pt>
          <cx:pt idx="9378">125</cx:pt>
          <cx:pt idx="9379">119</cx:pt>
          <cx:pt idx="9380">100</cx:pt>
          <cx:pt idx="9381">60</cx:pt>
          <cx:pt idx="9382">135</cx:pt>
          <cx:pt idx="9383">150</cx:pt>
          <cx:pt idx="9384">280</cx:pt>
          <cx:pt idx="9385">110</cx:pt>
          <cx:pt idx="9386">77</cx:pt>
          <cx:pt idx="9387">96</cx:pt>
          <cx:pt idx="9388">195</cx:pt>
          <cx:pt idx="9389">195</cx:pt>
          <cx:pt idx="9390">282</cx:pt>
          <cx:pt idx="9391">140</cx:pt>
          <cx:pt idx="9392">120</cx:pt>
          <cx:pt idx="9393">89</cx:pt>
          <cx:pt idx="9394">150</cx:pt>
          <cx:pt idx="9395">121</cx:pt>
          <cx:pt idx="9396">140</cx:pt>
          <cx:pt idx="9397">139</cx:pt>
          <cx:pt idx="9398">99</cx:pt>
          <cx:pt idx="9399">50</cx:pt>
          <cx:pt idx="9400">200</cx:pt>
          <cx:pt idx="9401">268</cx:pt>
          <cx:pt idx="9402">153</cx:pt>
          <cx:pt idx="9403">88</cx:pt>
          <cx:pt idx="9404">300</cx:pt>
          <cx:pt idx="9405">157</cx:pt>
          <cx:pt idx="9406">80</cx:pt>
          <cx:pt idx="9407">50</cx:pt>
          <cx:pt idx="9408">300</cx:pt>
          <cx:pt idx="9409">175</cx:pt>
          <cx:pt idx="9410">75</cx:pt>
          <cx:pt idx="9411">329</cx:pt>
          <cx:pt idx="9412">120</cx:pt>
          <cx:pt idx="9413">103</cx:pt>
          <cx:pt idx="9414">86</cx:pt>
          <cx:pt idx="9415">90</cx:pt>
          <cx:pt idx="9416">145</cx:pt>
          <cx:pt idx="9417">153</cx:pt>
          <cx:pt idx="9418">250</cx:pt>
          <cx:pt idx="9419">200</cx:pt>
          <cx:pt idx="9420">132</cx:pt>
          <cx:pt idx="9421">157</cx:pt>
          <cx:pt idx="9422">180</cx:pt>
          <cx:pt idx="9423">514</cx:pt>
          <cx:pt idx="9424">250</cx:pt>
          <cx:pt idx="9425">140</cx:pt>
          <cx:pt idx="9426">300</cx:pt>
          <cx:pt idx="9427">160</cx:pt>
          <cx:pt idx="9428">165</cx:pt>
          <cx:pt idx="9429">110</cx:pt>
          <cx:pt idx="9430">271</cx:pt>
          <cx:pt idx="9431">163</cx:pt>
          <cx:pt idx="9432">140</cx:pt>
          <cx:pt idx="9433">138</cx:pt>
          <cx:pt idx="9434">177</cx:pt>
          <cx:pt idx="9435">275</cx:pt>
          <cx:pt idx="9436">80</cx:pt>
          <cx:pt idx="9437">68</cx:pt>
          <cx:pt idx="9438">110</cx:pt>
          <cx:pt idx="9439">105</cx:pt>
          <cx:pt idx="9440">70</cx:pt>
          <cx:pt idx="9441">148</cx:pt>
          <cx:pt idx="9442">120</cx:pt>
          <cx:pt idx="9443">150</cx:pt>
          <cx:pt idx="9444">200</cx:pt>
          <cx:pt idx="9445">80</cx:pt>
          <cx:pt idx="9446">150</cx:pt>
          <cx:pt idx="9447">150</cx:pt>
          <cx:pt idx="9448">119</cx:pt>
          <cx:pt idx="9449">179</cx:pt>
          <cx:pt idx="9450">119</cx:pt>
          <cx:pt idx="9451">106</cx:pt>
          <cx:pt idx="9452">140</cx:pt>
          <cx:pt idx="9453">96</cx:pt>
          <cx:pt idx="9454">156</cx:pt>
          <cx:pt idx="9455">179</cx:pt>
          <cx:pt idx="9456">129</cx:pt>
          <cx:pt idx="9457">160</cx:pt>
          <cx:pt idx="9458">111</cx:pt>
          <cx:pt idx="9459">110</cx:pt>
          <cx:pt idx="9460">300</cx:pt>
          <cx:pt idx="9461">400</cx:pt>
          <cx:pt idx="9462">100</cx:pt>
          <cx:pt idx="9463">200</cx:pt>
          <cx:pt idx="9464">160</cx:pt>
          <cx:pt idx="9465">100</cx:pt>
          <cx:pt idx="9466">140</cx:pt>
          <cx:pt idx="9467">25</cx:pt>
          <cx:pt idx="9468">80</cx:pt>
          <cx:pt idx="9469">120</cx:pt>
          <cx:pt idx="9470">160</cx:pt>
          <cx:pt idx="9471">180</cx:pt>
          <cx:pt idx="9472">153</cx:pt>
          <cx:pt idx="9473">115</cx:pt>
          <cx:pt idx="9474">147</cx:pt>
          <cx:pt idx="9475">45</cx:pt>
          <cx:pt idx="9476">179</cx:pt>
          <cx:pt idx="9477">175</cx:pt>
          <cx:pt idx="9478">160</cx:pt>
          <cx:pt idx="9479">150</cx:pt>
          <cx:pt idx="9480">140</cx:pt>
          <cx:pt idx="9481">175</cx:pt>
          <cx:pt idx="9482">175</cx:pt>
          <cx:pt idx="9483">89</cx:pt>
          <cx:pt idx="9484">204</cx:pt>
          <cx:pt idx="9485">105</cx:pt>
          <cx:pt idx="9486">179</cx:pt>
          <cx:pt idx="9487">75</cx:pt>
          <cx:pt idx="9488">114</cx:pt>
          <cx:pt idx="9489">65</cx:pt>
          <cx:pt idx="9490">165</cx:pt>
          <cx:pt idx="9491">149</cx:pt>
          <cx:pt idx="9492">75</cx:pt>
          <cx:pt idx="9493">75</cx:pt>
          <cx:pt idx="9494">100</cx:pt>
          <cx:pt idx="9495">250</cx:pt>
          <cx:pt idx="9496">220</cx:pt>
          <cx:pt idx="9497">75</cx:pt>
          <cx:pt idx="9498">175</cx:pt>
          <cx:pt idx="9499">107</cx:pt>
          <cx:pt idx="9500">135</cx:pt>
          <cx:pt idx="9501">91</cx:pt>
          <cx:pt idx="9502">55</cx:pt>
          <cx:pt idx="9503">222</cx:pt>
          <cx:pt idx="9504">156</cx:pt>
          <cx:pt idx="9505">140</cx:pt>
          <cx:pt idx="9506">190</cx:pt>
          <cx:pt idx="9507">60</cx:pt>
          <cx:pt idx="9508">130</cx:pt>
          <cx:pt idx="9509">165</cx:pt>
          <cx:pt idx="9510">40</cx:pt>
          <cx:pt idx="9511">350</cx:pt>
          <cx:pt idx="9512">95</cx:pt>
          <cx:pt idx="9513">175</cx:pt>
          <cx:pt idx="9514">99</cx:pt>
          <cx:pt idx="9515">200</cx:pt>
          <cx:pt idx="9516">198</cx:pt>
          <cx:pt idx="9517">80</cx:pt>
          <cx:pt idx="9518">225</cx:pt>
          <cx:pt idx="9519">75</cx:pt>
          <cx:pt idx="9520">95</cx:pt>
          <cx:pt idx="9521">200</cx:pt>
          <cx:pt idx="9522">99</cx:pt>
          <cx:pt idx="9523">115</cx:pt>
          <cx:pt idx="9524">112</cx:pt>
          <cx:pt idx="9525">51</cx:pt>
          <cx:pt idx="9526">220</cx:pt>
          <cx:pt idx="9527">75</cx:pt>
          <cx:pt idx="9528">60</cx:pt>
          <cx:pt idx="9529">245</cx:pt>
          <cx:pt idx="9530">105</cx:pt>
          <cx:pt idx="9531">120</cx:pt>
          <cx:pt idx="9532">110</cx:pt>
          <cx:pt idx="9533">36</cx:pt>
          <cx:pt idx="9534">149</cx:pt>
          <cx:pt idx="9535">120</cx:pt>
          <cx:pt idx="9536">240</cx:pt>
          <cx:pt idx="9537">55</cx:pt>
          <cx:pt idx="9538">225</cx:pt>
          <cx:pt idx="9539">140</cx:pt>
          <cx:pt idx="9540">230</cx:pt>
          <cx:pt idx="9541">125</cx:pt>
          <cx:pt idx="9542">150</cx:pt>
          <cx:pt idx="9543">150</cx:pt>
          <cx:pt idx="9544">89</cx:pt>
          <cx:pt idx="9545">200</cx:pt>
          <cx:pt idx="9546">185</cx:pt>
          <cx:pt idx="9547">25</cx:pt>
          <cx:pt idx="9548">310</cx:pt>
          <cx:pt idx="9549">325</cx:pt>
          <cx:pt idx="9550">150</cx:pt>
          <cx:pt idx="9551">230</cx:pt>
          <cx:pt idx="9552">185</cx:pt>
          <cx:pt idx="9553">72</cx:pt>
          <cx:pt idx="9554">130</cx:pt>
          <cx:pt idx="9555">120</cx:pt>
          <cx:pt idx="9556">120</cx:pt>
          <cx:pt idx="9557">186</cx:pt>
          <cx:pt idx="9558">90</cx:pt>
          <cx:pt idx="9559">120</cx:pt>
          <cx:pt idx="9560">155</cx:pt>
          <cx:pt idx="9561">90</cx:pt>
          <cx:pt idx="9562">207</cx:pt>
          <cx:pt idx="9563">160</cx:pt>
          <cx:pt idx="9564">90</cx:pt>
          <cx:pt idx="9565">150</cx:pt>
          <cx:pt idx="9566">129</cx:pt>
          <cx:pt idx="9567">299</cx:pt>
          <cx:pt idx="9568">350</cx:pt>
          <cx:pt idx="9569">129</cx:pt>
          <cx:pt idx="9570">119</cx:pt>
          <cx:pt idx="9571">275</cx:pt>
          <cx:pt idx="9572">150</cx:pt>
          <cx:pt idx="9573">140</cx:pt>
          <cx:pt idx="9574">400</cx:pt>
          <cx:pt idx="9575">55</cx:pt>
          <cx:pt idx="9576">75</cx:pt>
          <cx:pt idx="9577">210</cx:pt>
          <cx:pt idx="9578">189</cx:pt>
          <cx:pt idx="9579">129</cx:pt>
          <cx:pt idx="9580">150</cx:pt>
          <cx:pt idx="9581">200</cx:pt>
          <cx:pt idx="9582">150</cx:pt>
          <cx:pt idx="9583">55</cx:pt>
          <cx:pt idx="9584">140</cx:pt>
          <cx:pt idx="9585">118</cx:pt>
          <cx:pt idx="9586">200</cx:pt>
          <cx:pt idx="9587">133</cx:pt>
          <cx:pt idx="9588">150</cx:pt>
          <cx:pt idx="9589">96</cx:pt>
          <cx:pt idx="9590">200</cx:pt>
          <cx:pt idx="9591">156</cx:pt>
          <cx:pt idx="9592">100</cx:pt>
          <cx:pt idx="9593">133</cx:pt>
          <cx:pt idx="9594">304</cx:pt>
          <cx:pt idx="9595">35</cx:pt>
          <cx:pt idx="9596">90</cx:pt>
          <cx:pt idx="9597">110</cx:pt>
          <cx:pt idx="9598">60</cx:pt>
          <cx:pt idx="9599">160</cx:pt>
          <cx:pt idx="9600">60</cx:pt>
          <cx:pt idx="9601">59</cx:pt>
          <cx:pt idx="9602">125</cx:pt>
          <cx:pt idx="9603">140</cx:pt>
          <cx:pt idx="9604">49</cx:pt>
          <cx:pt idx="9605">84</cx:pt>
          <cx:pt idx="9606">250</cx:pt>
          <cx:pt idx="9607">129</cx:pt>
          <cx:pt idx="9608">350</cx:pt>
          <cx:pt idx="9609">78</cx:pt>
          <cx:pt idx="9610">195</cx:pt>
          <cx:pt idx="9611">75</cx:pt>
          <cx:pt idx="9612">121</cx:pt>
          <cx:pt idx="9613">130</cx:pt>
          <cx:pt idx="9614">200</cx:pt>
          <cx:pt idx="9615">225</cx:pt>
          <cx:pt idx="9616">150</cx:pt>
          <cx:pt idx="9617">80</cx:pt>
          <cx:pt idx="9618">250</cx:pt>
          <cx:pt idx="9619">120</cx:pt>
          <cx:pt idx="9620">210</cx:pt>
          <cx:pt idx="9621">250</cx:pt>
          <cx:pt idx="9622">140</cx:pt>
          <cx:pt idx="9623">140</cx:pt>
          <cx:pt idx="9624">70</cx:pt>
          <cx:pt idx="9625">400</cx:pt>
          <cx:pt idx="9626">180</cx:pt>
          <cx:pt idx="9627">95</cx:pt>
          <cx:pt idx="9628">160</cx:pt>
          <cx:pt idx="9629">150</cx:pt>
          <cx:pt idx="9630">240</cx:pt>
          <cx:pt idx="9631">325</cx:pt>
          <cx:pt idx="9632">88</cx:pt>
          <cx:pt idx="9633">364</cx:pt>
          <cx:pt idx="9634">80</cx:pt>
          <cx:pt idx="9635">165</cx:pt>
          <cx:pt idx="9636">68</cx:pt>
          <cx:pt idx="9637">175</cx:pt>
          <cx:pt idx="9638">90</cx:pt>
          <cx:pt idx="9639">175</cx:pt>
          <cx:pt idx="9640">150</cx:pt>
          <cx:pt idx="9641">143</cx:pt>
          <cx:pt idx="9642">229</cx:pt>
          <cx:pt idx="9643">200</cx:pt>
          <cx:pt idx="9644">200</cx:pt>
          <cx:pt idx="9645">120</cx:pt>
          <cx:pt idx="9646">400</cx:pt>
          <cx:pt idx="9647">175</cx:pt>
          <cx:pt idx="9648">130</cx:pt>
          <cx:pt idx="9649">220</cx:pt>
          <cx:pt idx="9650">200</cx:pt>
          <cx:pt idx="9651">325</cx:pt>
          <cx:pt idx="9652">170</cx:pt>
          <cx:pt idx="9653">102</cx:pt>
          <cx:pt idx="9654">171</cx:pt>
          <cx:pt idx="9655">399</cx:pt>
          <cx:pt idx="9656">150</cx:pt>
          <cx:pt idx="9657">100</cx:pt>
          <cx:pt idx="9658">210</cx:pt>
          <cx:pt idx="9659">125</cx:pt>
          <cx:pt idx="9660">250</cx:pt>
          <cx:pt idx="9661">427</cx:pt>
          <cx:pt idx="9662">125</cx:pt>
          <cx:pt idx="9663">154</cx:pt>
          <cx:pt idx="9664">192</cx:pt>
          <cx:pt idx="9665">169</cx:pt>
          <cx:pt idx="9666">85</cx:pt>
          <cx:pt idx="9667">110</cx:pt>
          <cx:pt idx="9668">110</cx:pt>
          <cx:pt idx="9669">120</cx:pt>
          <cx:pt idx="9670">298</cx:pt>
          <cx:pt idx="9671">155</cx:pt>
          <cx:pt idx="9672">9</cx:pt>
          <cx:pt idx="9673">120</cx:pt>
          <cx:pt idx="9674">80</cx:pt>
          <cx:pt idx="9675">120</cx:pt>
          <cx:pt idx="9676">150</cx:pt>
          <cx:pt idx="9677">149</cx:pt>
          <cx:pt idx="9678">140</cx:pt>
          <cx:pt idx="9679">257</cx:pt>
          <cx:pt idx="9680">70</cx:pt>
          <cx:pt idx="9681">120</cx:pt>
          <cx:pt idx="9682">160</cx:pt>
          <cx:pt idx="9683">55</cx:pt>
          <cx:pt idx="9684">140</cx:pt>
          <cx:pt idx="9685">180</cx:pt>
          <cx:pt idx="9686">220</cx:pt>
          <cx:pt idx="9687">160</cx:pt>
          <cx:pt idx="9688">95</cx:pt>
          <cx:pt idx="9689">150</cx:pt>
          <cx:pt idx="9690">225</cx:pt>
          <cx:pt idx="9691">101</cx:pt>
          <cx:pt idx="9692">268</cx:pt>
          <cx:pt idx="9693">59</cx:pt>
          <cx:pt idx="9694">140</cx:pt>
          <cx:pt idx="9695">145</cx:pt>
          <cx:pt idx="9696">103</cx:pt>
          <cx:pt idx="9697">125</cx:pt>
          <cx:pt idx="9698">200</cx:pt>
          <cx:pt idx="9699">120</cx:pt>
          <cx:pt idx="9700">100</cx:pt>
          <cx:pt idx="9701">119</cx:pt>
          <cx:pt idx="9702">110</cx:pt>
          <cx:pt idx="9703">120</cx:pt>
          <cx:pt idx="9704">9</cx:pt>
          <cx:pt idx="9705">75</cx:pt>
          <cx:pt idx="9706">65</cx:pt>
          <cx:pt idx="9707">160</cx:pt>
          <cx:pt idx="9708">89</cx:pt>
          <cx:pt idx="9709">370</cx:pt>
          <cx:pt idx="9710">245</cx:pt>
          <cx:pt idx="9711">119</cx:pt>
          <cx:pt idx="9712">180</cx:pt>
          <cx:pt idx="9713">109</cx:pt>
          <cx:pt idx="9714">139</cx:pt>
          <cx:pt idx="9715">89</cx:pt>
          <cx:pt idx="9716">150</cx:pt>
          <cx:pt idx="9717">165</cx:pt>
          <cx:pt idx="9718">125</cx:pt>
          <cx:pt idx="9719">100</cx:pt>
          <cx:pt idx="9720">215</cx:pt>
          <cx:pt idx="9721">61</cx:pt>
          <cx:pt idx="9722">85</cx:pt>
          <cx:pt idx="9723">129</cx:pt>
          <cx:pt idx="9724">250</cx:pt>
          <cx:pt idx="9725">150</cx:pt>
          <cx:pt idx="9726">200</cx:pt>
          <cx:pt idx="9727">400</cx:pt>
          <cx:pt idx="9728">129</cx:pt>
          <cx:pt idx="9729">135</cx:pt>
          <cx:pt idx="9730">80</cx:pt>
          <cx:pt idx="9731">366</cx:pt>
          <cx:pt idx="9732">70</cx:pt>
          <cx:pt idx="9733">180</cx:pt>
          <cx:pt idx="9734">290</cx:pt>
          <cx:pt idx="9735">93</cx:pt>
          <cx:pt idx="9736">150</cx:pt>
          <cx:pt idx="9737">90</cx:pt>
          <cx:pt idx="9738">99</cx:pt>
          <cx:pt idx="9739">125</cx:pt>
          <cx:pt idx="9740">140</cx:pt>
          <cx:pt idx="9741">120</cx:pt>
          <cx:pt idx="9742">129</cx:pt>
          <cx:pt idx="9743">125</cx:pt>
          <cx:pt idx="9744">143</cx:pt>
          <cx:pt idx="9745">115</cx:pt>
          <cx:pt idx="9746">60</cx:pt>
          <cx:pt idx="9747">250</cx:pt>
          <cx:pt idx="9748">195</cx:pt>
          <cx:pt idx="9749">185</cx:pt>
          <cx:pt idx="9750">192</cx:pt>
          <cx:pt idx="9751">220</cx:pt>
          <cx:pt idx="9752">135</cx:pt>
          <cx:pt idx="9753">300</cx:pt>
          <cx:pt idx="9754">274</cx:pt>
          <cx:pt idx="9755">140</cx:pt>
          <cx:pt idx="9756">240</cx:pt>
          <cx:pt idx="9757">99</cx:pt>
          <cx:pt idx="9758">150</cx:pt>
          <cx:pt idx="9759">125</cx:pt>
          <cx:pt idx="9760">400</cx:pt>
          <cx:pt idx="9761">200</cx:pt>
          <cx:pt idx="9762">250</cx:pt>
          <cx:pt idx="9763">119</cx:pt>
          <cx:pt idx="9764">129</cx:pt>
          <cx:pt idx="9765">45</cx:pt>
          <cx:pt idx="9766">65</cx:pt>
          <cx:pt idx="9767">42</cx:pt>
          <cx:pt idx="9768">105</cx:pt>
          <cx:pt idx="9769">149</cx:pt>
          <cx:pt idx="9770">149</cx:pt>
          <cx:pt idx="9771">220</cx:pt>
          <cx:pt idx="9772">170</cx:pt>
          <cx:pt idx="9773">130</cx:pt>
          <cx:pt idx="9774">90</cx:pt>
          <cx:pt idx="9775">150</cx:pt>
          <cx:pt idx="9776">350</cx:pt>
          <cx:pt idx="9777">130</cx:pt>
          <cx:pt idx="9778">349</cx:pt>
          <cx:pt idx="9779">100</cx:pt>
          <cx:pt idx="9780">60</cx:pt>
          <cx:pt idx="9781">155</cx:pt>
          <cx:pt idx="9782">300</cx:pt>
          <cx:pt idx="9783">125</cx:pt>
          <cx:pt idx="9784">250</cx:pt>
          <cx:pt idx="9785">37</cx:pt>
          <cx:pt idx="9786">195</cx:pt>
          <cx:pt idx="9787">130</cx:pt>
          <cx:pt idx="9788">106</cx:pt>
          <cx:pt idx="9789">229</cx:pt>
          <cx:pt idx="9790">90</cx:pt>
          <cx:pt idx="9791">140</cx:pt>
          <cx:pt idx="9792">100</cx:pt>
          <cx:pt idx="9793">95</cx:pt>
          <cx:pt idx="9794">119</cx:pt>
          <cx:pt idx="9795">180</cx:pt>
          <cx:pt idx="9796">36</cx:pt>
          <cx:pt idx="9797">179</cx:pt>
          <cx:pt idx="9798">140</cx:pt>
          <cx:pt idx="9799">140</cx:pt>
          <cx:pt idx="9800">150</cx:pt>
          <cx:pt idx="9801">100</cx:pt>
          <cx:pt idx="9802">50</cx:pt>
          <cx:pt idx="9803">125</cx:pt>
          <cx:pt idx="9804">89</cx:pt>
          <cx:pt idx="9805">160</cx:pt>
          <cx:pt idx="9806">176</cx:pt>
          <cx:pt idx="9807">100</cx:pt>
          <cx:pt idx="9808">155</cx:pt>
          <cx:pt idx="9809">67</cx:pt>
          <cx:pt idx="9810">250</cx:pt>
          <cx:pt idx="9811">100</cx:pt>
          <cx:pt idx="9812">350</cx:pt>
          <cx:pt idx="9813">95</cx:pt>
          <cx:pt idx="9814">139</cx:pt>
          <cx:pt idx="9815">250</cx:pt>
          <cx:pt idx="9816">149</cx:pt>
          <cx:pt idx="9817">450</cx:pt>
          <cx:pt idx="9818">270</cx:pt>
          <cx:pt idx="9819">280</cx:pt>
          <cx:pt idx="9820">134</cx:pt>
          <cx:pt idx="9821">133</cx:pt>
          <cx:pt idx="9822">150</cx:pt>
          <cx:pt idx="9823">150</cx:pt>
          <cx:pt idx="9824">163</cx:pt>
          <cx:pt idx="9825">60</cx:pt>
          <cx:pt idx="9826">350</cx:pt>
          <cx:pt idx="9827">90</cx:pt>
          <cx:pt idx="9828">94</cx:pt>
          <cx:pt idx="9829">100</cx:pt>
          <cx:pt idx="9830">180</cx:pt>
          <cx:pt idx="9831">90</cx:pt>
          <cx:pt idx="9832">60</cx:pt>
          <cx:pt idx="9833">275</cx:pt>
          <cx:pt idx="9834">297</cx:pt>
          <cx:pt idx="9835">147</cx:pt>
          <cx:pt idx="9836">20</cx:pt>
          <cx:pt idx="9837">125</cx:pt>
          <cx:pt idx="9838">84</cx:pt>
          <cx:pt idx="9839">125</cx:pt>
          <cx:pt idx="9840">200</cx:pt>
          <cx:pt idx="9841">264</cx:pt>
          <cx:pt idx="9842">175</cx:pt>
          <cx:pt idx="9843">130</cx:pt>
          <cx:pt idx="9844">150</cx:pt>
          <cx:pt idx="9845">110</cx:pt>
          <cx:pt idx="9846">99</cx:pt>
          <cx:pt idx="9847">220</cx:pt>
          <cx:pt idx="9848">30</cx:pt>
          <cx:pt idx="9849">102</cx:pt>
          <cx:pt idx="9850">200</cx:pt>
          <cx:pt idx="9851">90</cx:pt>
          <cx:pt idx="9852">129</cx:pt>
          <cx:pt idx="9853">123</cx:pt>
          <cx:pt idx="9854">160</cx:pt>
          <cx:pt idx="9855">179</cx:pt>
          <cx:pt idx="9856">110</cx:pt>
          <cx:pt idx="9857">125</cx:pt>
          <cx:pt idx="9858">90</cx:pt>
          <cx:pt idx="9859">100</cx:pt>
          <cx:pt idx="9860">300</cx:pt>
          <cx:pt idx="9861">253</cx:pt>
          <cx:pt idx="9862">230</cx:pt>
          <cx:pt idx="9863">254</cx:pt>
          <cx:pt idx="9864">153</cx:pt>
          <cx:pt idx="9865">100</cx:pt>
          <cx:pt idx="9866">147</cx:pt>
          <cx:pt idx="9867">160</cx:pt>
          <cx:pt idx="9868">56</cx:pt>
          <cx:pt idx="9869">60</cx:pt>
          <cx:pt idx="9870">165</cx:pt>
          <cx:pt idx="9871">180</cx:pt>
          <cx:pt idx="9872">311</cx:pt>
          <cx:pt idx="9873">198</cx:pt>
          <cx:pt idx="9874">182</cx:pt>
          <cx:pt idx="9875">125</cx:pt>
          <cx:pt idx="9876">231</cx:pt>
          <cx:pt idx="9877">231</cx:pt>
          <cx:pt idx="9878">150</cx:pt>
          <cx:pt idx="9879">242</cx:pt>
          <cx:pt idx="9880">266</cx:pt>
          <cx:pt idx="9881">210</cx:pt>
          <cx:pt idx="9882">123</cx:pt>
          <cx:pt idx="9883">95</cx:pt>
          <cx:pt idx="9884">140</cx:pt>
          <cx:pt idx="9885">27</cx:pt>
          <cx:pt idx="9886">150</cx:pt>
          <cx:pt idx="9887">165</cx:pt>
          <cx:pt idx="9888">120</cx:pt>
          <cx:pt idx="9889">150</cx:pt>
          <cx:pt idx="9890">100</cx:pt>
          <cx:pt idx="9891">99</cx:pt>
          <cx:pt idx="9892">90</cx:pt>
          <cx:pt idx="9893">150</cx:pt>
          <cx:pt idx="9894">158</cx:pt>
          <cx:pt idx="9895">110</cx:pt>
          <cx:pt idx="9896">85</cx:pt>
          <cx:pt idx="9897">154</cx:pt>
          <cx:pt idx="9898">300</cx:pt>
          <cx:pt idx="9899">100</cx:pt>
          <cx:pt idx="9900">180</cx:pt>
          <cx:pt idx="9901">100</cx:pt>
          <cx:pt idx="9902">75</cx:pt>
          <cx:pt idx="9903">229</cx:pt>
          <cx:pt idx="9904">70</cx:pt>
          <cx:pt idx="9905">140</cx:pt>
          <cx:pt idx="9906">278</cx:pt>
          <cx:pt idx="9907">200</cx:pt>
          <cx:pt idx="9908">130</cx:pt>
          <cx:pt idx="9909">110</cx:pt>
          <cx:pt idx="9910">112</cx:pt>
          <cx:pt idx="9911">350</cx:pt>
          <cx:pt idx="9912">150</cx:pt>
          <cx:pt idx="9913">149</cx:pt>
          <cx:pt idx="9914">381</cx:pt>
          <cx:pt idx="9915">80</cx:pt>
          <cx:pt idx="9916">160</cx:pt>
          <cx:pt idx="9917">175</cx:pt>
          <cx:pt idx="9918">250</cx:pt>
          <cx:pt idx="9919">217</cx:pt>
          <cx:pt idx="9920">229</cx:pt>
          <cx:pt idx="9921">100</cx:pt>
          <cx:pt idx="9922">129</cx:pt>
          <cx:pt idx="9923">25</cx:pt>
          <cx:pt idx="9924">95</cx:pt>
          <cx:pt idx="9925">50</cx:pt>
          <cx:pt idx="9926">165</cx:pt>
          <cx:pt idx="9927">67</cx:pt>
          <cx:pt idx="9928">174</cx:pt>
          <cx:pt idx="9929">190</cx:pt>
          <cx:pt idx="9930">151</cx:pt>
          <cx:pt idx="9931">134</cx:pt>
          <cx:pt idx="9932">100</cx:pt>
          <cx:pt idx="9933">68</cx:pt>
          <cx:pt idx="9934">150</cx:pt>
          <cx:pt idx="9935">89</cx:pt>
          <cx:pt idx="9936">350</cx:pt>
          <cx:pt idx="9937">150</cx:pt>
          <cx:pt idx="9938">120</cx:pt>
          <cx:pt idx="9939">375</cx:pt>
          <cx:pt idx="9940">100</cx:pt>
          <cx:pt idx="9941">120</cx:pt>
          <cx:pt idx="9942">120</cx:pt>
          <cx:pt idx="9943">100</cx:pt>
          <cx:pt idx="9944">100</cx:pt>
          <cx:pt idx="9945">320</cx:pt>
          <cx:pt idx="9946">190</cx:pt>
          <cx:pt idx="9947">60</cx:pt>
          <cx:pt idx="9948">140</cx:pt>
          <cx:pt idx="9949">175</cx:pt>
          <cx:pt idx="9950">150</cx:pt>
          <cx:pt idx="9951">100</cx:pt>
          <cx:pt idx="9952">120</cx:pt>
          <cx:pt idx="9953">95</cx:pt>
          <cx:pt idx="9954">140</cx:pt>
          <cx:pt idx="9955">100</cx:pt>
          <cx:pt idx="9956">57</cx:pt>
          <cx:pt idx="9957">50</cx:pt>
          <cx:pt idx="9958">300</cx:pt>
          <cx:pt idx="9959">100</cx:pt>
          <cx:pt idx="9960">110</cx:pt>
          <cx:pt idx="9961">275</cx:pt>
          <cx:pt idx="9962">56</cx:pt>
          <cx:pt idx="9963">140</cx:pt>
          <cx:pt idx="9964">190</cx:pt>
          <cx:pt idx="9965">90</cx:pt>
          <cx:pt idx="9966">120</cx:pt>
          <cx:pt idx="9967">135</cx:pt>
          <cx:pt idx="9968">274</cx:pt>
          <cx:pt idx="9969">140</cx:pt>
          <cx:pt idx="9970">69</cx:pt>
          <cx:pt idx="9971">145</cx:pt>
          <cx:pt idx="9972">99</cx:pt>
          <cx:pt idx="9973">70</cx:pt>
          <cx:pt idx="9974">150</cx:pt>
          <cx:pt idx="9975">75</cx:pt>
          <cx:pt idx="9976">119</cx:pt>
          <cx:pt idx="9977">130</cx:pt>
          <cx:pt idx="9978">250</cx:pt>
          <cx:pt idx="9979">129</cx:pt>
          <cx:pt idx="9980">150</cx:pt>
          <cx:pt idx="9981">132</cx:pt>
          <cx:pt idx="9982">189</cx:pt>
          <cx:pt idx="9983">87</cx:pt>
          <cx:pt idx="9984">259</cx:pt>
          <cx:pt idx="9985">150</cx:pt>
          <cx:pt idx="9986">129</cx:pt>
          <cx:pt idx="9987">125</cx:pt>
          <cx:pt idx="9988">110</cx:pt>
          <cx:pt idx="9989">99</cx:pt>
          <cx:pt idx="9990">99</cx:pt>
          <cx:pt idx="9991">199</cx:pt>
          <cx:pt idx="9992">200</cx:pt>
          <cx:pt idx="9993">65</cx:pt>
          <cx:pt idx="9994">280</cx:pt>
          <cx:pt idx="9995">241</cx:pt>
          <cx:pt idx="9996">84</cx:pt>
          <cx:pt idx="9997">70</cx:pt>
          <cx:pt idx="9998">144</cx:pt>
          <cx:pt idx="9999">150</cx:pt>
          <cx:pt idx="10000">92</cx:pt>
          <cx:pt idx="10001">253</cx:pt>
          <cx:pt idx="10002">180</cx:pt>
          <cx:pt idx="10003">150</cx:pt>
          <cx:pt idx="10004">190</cx:pt>
          <cx:pt idx="10005">214</cx:pt>
          <cx:pt idx="10006">100</cx:pt>
          <cx:pt idx="10007">340</cx:pt>
          <cx:pt idx="10008">243</cx:pt>
          <cx:pt idx="10009">150</cx:pt>
          <cx:pt idx="10010">91</cx:pt>
          <cx:pt idx="10011">320</cx:pt>
          <cx:pt idx="10012">198</cx:pt>
          <cx:pt idx="10013">350</cx:pt>
          <cx:pt idx="10014">78</cx:pt>
          <cx:pt idx="10015">60</cx:pt>
          <cx:pt idx="10016">325</cx:pt>
          <cx:pt idx="10017">100</cx:pt>
          <cx:pt idx="10018">200</cx:pt>
          <cx:pt idx="10019">74</cx:pt>
          <cx:pt idx="10020">151</cx:pt>
          <cx:pt idx="10021">182</cx:pt>
          <cx:pt idx="10022">200</cx:pt>
          <cx:pt idx="10023">95</cx:pt>
          <cx:pt idx="10024">400</cx:pt>
          <cx:pt idx="10025">150</cx:pt>
          <cx:pt idx="10026">140</cx:pt>
          <cx:pt idx="10027">450</cx:pt>
          <cx:pt idx="10028">200</cx:pt>
          <cx:pt idx="10029">60</cx:pt>
          <cx:pt idx="10030">180</cx:pt>
          <cx:pt idx="10031">180</cx:pt>
          <cx:pt idx="10032">136</cx:pt>
          <cx:pt idx="10033">135</cx:pt>
          <cx:pt idx="10034">180</cx:pt>
          <cx:pt idx="10035">158</cx:pt>
          <cx:pt idx="10036">140</cx:pt>
          <cx:pt idx="10037">110</cx:pt>
          <cx:pt idx="10038">160</cx:pt>
          <cx:pt idx="10039">47</cx:pt>
          <cx:pt idx="10040">125</cx:pt>
          <cx:pt idx="10041">119</cx:pt>
          <cx:pt idx="10042">147</cx:pt>
          <cx:pt idx="10043">80</cx:pt>
          <cx:pt idx="10044">360</cx:pt>
          <cx:pt idx="10045">150</cx:pt>
          <cx:pt idx="10046">189</cx:pt>
          <cx:pt idx="10047">114</cx:pt>
          <cx:pt idx="10048">209</cx:pt>
          <cx:pt idx="10049">32</cx:pt>
          <cx:pt idx="10050">55</cx:pt>
          <cx:pt idx="10051">100</cx:pt>
          <cx:pt idx="10052">142</cx:pt>
          <cx:pt idx="10053">100</cx:pt>
          <cx:pt idx="10054">155</cx:pt>
          <cx:pt idx="10055">139</cx:pt>
          <cx:pt idx="10056">90</cx:pt>
          <cx:pt idx="10057">220</cx:pt>
          <cx:pt idx="10058">150</cx:pt>
          <cx:pt idx="10059">170</cx:pt>
          <cx:pt idx="10060">180</cx:pt>
          <cx:pt idx="10061">90</cx:pt>
          <cx:pt idx="10062">155</cx:pt>
          <cx:pt idx="10063">110</cx:pt>
          <cx:pt idx="10064">155</cx:pt>
          <cx:pt idx="10065">125</cx:pt>
          <cx:pt idx="10066">100</cx:pt>
          <cx:pt idx="10067">70</cx:pt>
          <cx:pt idx="10068">175</cx:pt>
          <cx:pt idx="10069">135</cx:pt>
          <cx:pt idx="10070">150</cx:pt>
          <cx:pt idx="10071">350</cx:pt>
          <cx:pt idx="10072">373</cx:pt>
          <cx:pt idx="10073">99</cx:pt>
          <cx:pt idx="10074">99</cx:pt>
          <cx:pt idx="10075">164</cx:pt>
          <cx:pt idx="10076">200</cx:pt>
          <cx:pt idx="10077">289</cx:pt>
          <cx:pt idx="10078">395</cx:pt>
          <cx:pt idx="10079">250</cx:pt>
          <cx:pt idx="10080">80</cx:pt>
          <cx:pt idx="10081">143</cx:pt>
          <cx:pt idx="10082">150</cx:pt>
          <cx:pt idx="10083">350</cx:pt>
          <cx:pt idx="10084">134</cx:pt>
          <cx:pt idx="10085">170</cx:pt>
          <cx:pt idx="10086">165</cx:pt>
          <cx:pt idx="10087">350</cx:pt>
          <cx:pt idx="10088">399</cx:pt>
          <cx:pt idx="10089">75</cx:pt>
          <cx:pt idx="10090">110</cx:pt>
          <cx:pt idx="10091">124</cx:pt>
          <cx:pt idx="10092">121</cx:pt>
          <cx:pt idx="10093">130</cx:pt>
          <cx:pt idx="10094">120</cx:pt>
          <cx:pt idx="10095">102</cx:pt>
          <cx:pt idx="10096">148</cx:pt>
          <cx:pt idx="10097">350</cx:pt>
          <cx:pt idx="10098">275</cx:pt>
          <cx:pt idx="10099">154</cx:pt>
          <cx:pt idx="10100">142</cx:pt>
          <cx:pt idx="10101">180</cx:pt>
          <cx:pt idx="10102">199</cx:pt>
          <cx:pt idx="10103">135</cx:pt>
          <cx:pt idx="10104">143</cx:pt>
          <cx:pt idx="10105">140</cx:pt>
          <cx:pt idx="10106">187</cx:pt>
          <cx:pt idx="10107">157</cx:pt>
          <cx:pt idx="10108">140</cx:pt>
          <cx:pt idx="10109">100</cx:pt>
          <cx:pt idx="10110">163</cx:pt>
          <cx:pt idx="10111">175</cx:pt>
          <cx:pt idx="10112">99</cx:pt>
          <cx:pt idx="10113">275</cx:pt>
          <cx:pt idx="10114">175</cx:pt>
          <cx:pt idx="10115">223</cx:pt>
          <cx:pt idx="10116">120</cx:pt>
          <cx:pt idx="10117">60</cx:pt>
          <cx:pt idx="10118">179</cx:pt>
          <cx:pt idx="10119">100</cx:pt>
          <cx:pt idx="10120">220</cx:pt>
          <cx:pt idx="10121">120</cx:pt>
          <cx:pt idx="10122">101</cx:pt>
          <cx:pt idx="10123">123</cx:pt>
          <cx:pt idx="10124">179</cx:pt>
          <cx:pt idx="10125">200</cx:pt>
          <cx:pt idx="10126">105</cx:pt>
          <cx:pt idx="10127">175</cx:pt>
          <cx:pt idx="10128">79</cx:pt>
          <cx:pt idx="10129">55</cx:pt>
          <cx:pt idx="10130">140</cx:pt>
          <cx:pt idx="10131">101</cx:pt>
          <cx:pt idx="10132">125</cx:pt>
          <cx:pt idx="10133">80</cx:pt>
          <cx:pt idx="10134">96</cx:pt>
          <cx:pt idx="10135">154</cx:pt>
          <cx:pt idx="10136">155</cx:pt>
          <cx:pt idx="10137">295</cx:pt>
          <cx:pt idx="10138">150</cx:pt>
          <cx:pt idx="10139">99</cx:pt>
          <cx:pt idx="10140">220</cx:pt>
          <cx:pt idx="10141">60</cx:pt>
          <cx:pt idx="10142">119</cx:pt>
          <cx:pt idx="10143">145</cx:pt>
          <cx:pt idx="10144">115</cx:pt>
          <cx:pt idx="10145">123</cx:pt>
          <cx:pt idx="10146">80</cx:pt>
          <cx:pt idx="10147">130</cx:pt>
          <cx:pt idx="10148">119</cx:pt>
          <cx:pt idx="10149">165</cx:pt>
          <cx:pt idx="10150">50</cx:pt>
          <cx:pt idx="10151">125</cx:pt>
          <cx:pt idx="10152">190</cx:pt>
          <cx:pt idx="10153">220</cx:pt>
          <cx:pt idx="10154">250</cx:pt>
          <cx:pt idx="10155">225</cx:pt>
          <cx:pt idx="10156">130</cx:pt>
          <cx:pt idx="10157">120</cx:pt>
          <cx:pt idx="10158">150</cx:pt>
          <cx:pt idx="10159">129</cx:pt>
          <cx:pt idx="10160">149</cx:pt>
          <cx:pt idx="10161">110</cx:pt>
          <cx:pt idx="10162">135</cx:pt>
          <cx:pt idx="10163">134</cx:pt>
          <cx:pt idx="10164">80</cx:pt>
          <cx:pt idx="10165">130</cx:pt>
          <cx:pt idx="10166">110</cx:pt>
          <cx:pt idx="10167">153</cx:pt>
          <cx:pt idx="10168">120</cx:pt>
          <cx:pt idx="10169">199</cx:pt>
          <cx:pt idx="10170">120</cx:pt>
          <cx:pt idx="10171">106</cx:pt>
          <cx:pt idx="10172">145</cx:pt>
          <cx:pt idx="10173">130</cx:pt>
          <cx:pt idx="10174">80</cx:pt>
          <cx:pt idx="10175">110</cx:pt>
          <cx:pt idx="10176">115</cx:pt>
          <cx:pt idx="10177">300</cx:pt>
          <cx:pt idx="10178">179</cx:pt>
          <cx:pt idx="10179">150</cx:pt>
          <cx:pt idx="10180">160</cx:pt>
          <cx:pt idx="10181">130</cx:pt>
          <cx:pt idx="10182">100</cx:pt>
          <cx:pt idx="10183">45</cx:pt>
          <cx:pt idx="10184">45</cx:pt>
          <cx:pt idx="10185">45</cx:pt>
          <cx:pt idx="10186">145</cx:pt>
          <cx:pt idx="10187">83</cx:pt>
          <cx:pt idx="10188">200</cx:pt>
          <cx:pt idx="10189">175</cx:pt>
          <cx:pt idx="10190">220</cx:pt>
          <cx:pt idx="10191">149</cx:pt>
          <cx:pt idx="10192">300</cx:pt>
          <cx:pt idx="10193">200</cx:pt>
          <cx:pt idx="10194">70</cx:pt>
          <cx:pt idx="10195">120</cx:pt>
          <cx:pt idx="10196">79</cx:pt>
          <cx:pt idx="10197">280</cx:pt>
          <cx:pt idx="10198">124</cx:pt>
          <cx:pt idx="10199">220</cx:pt>
          <cx:pt idx="10200">200</cx:pt>
          <cx:pt idx="10201">150</cx:pt>
          <cx:pt idx="10202">99</cx:pt>
          <cx:pt idx="10203">180</cx:pt>
          <cx:pt idx="10204">90</cx:pt>
          <cx:pt idx="10205">95</cx:pt>
          <cx:pt idx="10206">307</cx:pt>
          <cx:pt idx="10207">61</cx:pt>
          <cx:pt idx="10208">119</cx:pt>
          <cx:pt idx="10209">136</cx:pt>
          <cx:pt idx="10210">398</cx:pt>
          <cx:pt idx="10211">125</cx:pt>
          <cx:pt idx="10212">99</cx:pt>
          <cx:pt idx="10213">120</cx:pt>
          <cx:pt idx="10214">163</cx:pt>
          <cx:pt idx="10215">109</cx:pt>
          <cx:pt idx="10216">54</cx:pt>
          <cx:pt idx="10217">230</cx:pt>
          <cx:pt idx="10218">59</cx:pt>
          <cx:pt idx="10219">191</cx:pt>
          <cx:pt idx="10220">150</cx:pt>
          <cx:pt idx="10221">165</cx:pt>
          <cx:pt idx="10222">100</cx:pt>
          <cx:pt idx="10223">350</cx:pt>
          <cx:pt idx="10224">225</cx:pt>
          <cx:pt idx="10225">150</cx:pt>
          <cx:pt idx="10226">105</cx:pt>
          <cx:pt idx="10227">200</cx:pt>
          <cx:pt idx="10228">140</cx:pt>
          <cx:pt idx="10229">257</cx:pt>
          <cx:pt idx="10230">71</cx:pt>
          <cx:pt idx="10231">100</cx:pt>
          <cx:pt idx="10232">195</cx:pt>
          <cx:pt idx="10233">125</cx:pt>
          <cx:pt idx="10234">80</cx:pt>
          <cx:pt idx="10235">95</cx:pt>
          <cx:pt idx="10236">120</cx:pt>
          <cx:pt idx="10237">400</cx:pt>
          <cx:pt idx="10238">100</cx:pt>
          <cx:pt idx="10239">320</cx:pt>
          <cx:pt idx="10240">118</cx:pt>
          <cx:pt idx="10241">115</cx:pt>
          <cx:pt idx="10242">97</cx:pt>
          <cx:pt idx="10243">126</cx:pt>
          <cx:pt idx="10244">120</cx:pt>
          <cx:pt idx="10245">110</cx:pt>
          <cx:pt idx="10246">150</cx:pt>
          <cx:pt idx="10247">200</cx:pt>
          <cx:pt idx="10248">75</cx:pt>
          <cx:pt idx="10249">160</cx:pt>
          <cx:pt idx="10250">81</cx:pt>
          <cx:pt idx="10251">218</cx:pt>
          <cx:pt idx="10252">75</cx:pt>
          <cx:pt idx="10253">150</cx:pt>
          <cx:pt idx="10254">140</cx:pt>
          <cx:pt idx="10255">275</cx:pt>
          <cx:pt idx="10256">294</cx:pt>
          <cx:pt idx="10257">70</cx:pt>
          <cx:pt idx="10258">125</cx:pt>
          <cx:pt idx="10259">195</cx:pt>
          <cx:pt idx="10260">150</cx:pt>
          <cx:pt idx="10261">160</cx:pt>
          <cx:pt idx="10262">140</cx:pt>
          <cx:pt idx="10263">121</cx:pt>
          <cx:pt idx="10264">354</cx:pt>
          <cx:pt idx="10265">141</cx:pt>
          <cx:pt idx="10266">350</cx:pt>
          <cx:pt idx="10267">178</cx:pt>
          <cx:pt idx="10268">135</cx:pt>
          <cx:pt idx="10269">160</cx:pt>
          <cx:pt idx="10270">150</cx:pt>
          <cx:pt idx="10271">220</cx:pt>
          <cx:pt idx="10272">51</cx:pt>
          <cx:pt idx="10273">199</cx:pt>
          <cx:pt idx="10274">160</cx:pt>
          <cx:pt idx="10275">250</cx:pt>
          <cx:pt idx="10276">121</cx:pt>
          <cx:pt idx="10277">140</cx:pt>
          <cx:pt idx="10278">150</cx:pt>
          <cx:pt idx="10279">145</cx:pt>
          <cx:pt idx="10280">110</cx:pt>
          <cx:pt idx="10281">100</cx:pt>
          <cx:pt idx="10282">160</cx:pt>
          <cx:pt idx="10283">179</cx:pt>
          <cx:pt idx="10284">135</cx:pt>
          <cx:pt idx="10285">160</cx:pt>
          <cx:pt idx="10286">69</cx:pt>
          <cx:pt idx="10287">70</cx:pt>
          <cx:pt idx="10288">135</cx:pt>
          <cx:pt idx="10289">50</cx:pt>
          <cx:pt idx="10290">75</cx:pt>
          <cx:pt idx="10291">175</cx:pt>
          <cx:pt idx="10292">119</cx:pt>
          <cx:pt idx="10293">191</cx:pt>
          <cx:pt idx="10294">110</cx:pt>
          <cx:pt idx="10295">93</cx:pt>
          <cx:pt idx="10296">100</cx:pt>
          <cx:pt idx="10297">139</cx:pt>
          <cx:pt idx="10298">239</cx:pt>
          <cx:pt idx="10299">190</cx:pt>
          <cx:pt idx="10300">160</cx:pt>
          <cx:pt idx="10301">103</cx:pt>
          <cx:pt idx="10302">240</cx:pt>
          <cx:pt idx="10303">200</cx:pt>
          <cx:pt idx="10304">350</cx:pt>
          <cx:pt idx="10305">110</cx:pt>
          <cx:pt idx="10306">90</cx:pt>
          <cx:pt idx="10307">251</cx:pt>
          <cx:pt idx="10308">50</cx:pt>
          <cx:pt idx="10309">44</cx:pt>
          <cx:pt idx="10310">139</cx:pt>
          <cx:pt idx="10311">299</cx:pt>
          <cx:pt idx="10312">86</cx:pt>
          <cx:pt idx="10313">70</cx:pt>
          <cx:pt idx="10314">290</cx:pt>
          <cx:pt idx="10315">100</cx:pt>
          <cx:pt idx="10316">150</cx:pt>
          <cx:pt idx="10317">200</cx:pt>
          <cx:pt idx="10318">160</cx:pt>
          <cx:pt idx="10319">120</cx:pt>
          <cx:pt idx="10320">100</cx:pt>
          <cx:pt idx="10321">200</cx:pt>
          <cx:pt idx="10322">150</cx:pt>
          <cx:pt idx="10323">109</cx:pt>
          <cx:pt idx="10324">58</cx:pt>
          <cx:pt idx="10325">179</cx:pt>
          <cx:pt idx="10326">160</cx:pt>
          <cx:pt idx="10327">400</cx:pt>
          <cx:pt idx="10328">39</cx:pt>
          <cx:pt idx="10329">110</cx:pt>
          <cx:pt idx="10330">129</cx:pt>
          <cx:pt idx="10331">176</cx:pt>
          <cx:pt idx="10332">350</cx:pt>
          <cx:pt idx="10333">150</cx:pt>
          <cx:pt idx="10334">80</cx:pt>
          <cx:pt idx="10335">250</cx:pt>
          <cx:pt idx="10336">185</cx:pt>
          <cx:pt idx="10337">199</cx:pt>
          <cx:pt idx="10338">429</cx:pt>
          <cx:pt idx="10339">76</cx:pt>
          <cx:pt idx="10340">75</cx:pt>
          <cx:pt idx="10341">150</cx:pt>
          <cx:pt idx="10342">240</cx:pt>
          <cx:pt idx="10343">180</cx:pt>
          <cx:pt idx="10344">179</cx:pt>
          <cx:pt idx="10345">179</cx:pt>
          <cx:pt idx="10346">250</cx:pt>
          <cx:pt idx="10347">125</cx:pt>
          <cx:pt idx="10348">145</cx:pt>
          <cx:pt idx="10349">120</cx:pt>
          <cx:pt idx="10350">160</cx:pt>
          <cx:pt idx="10351">250</cx:pt>
          <cx:pt idx="10352">350</cx:pt>
          <cx:pt idx="10353">85</cx:pt>
          <cx:pt idx="10354">125</cx:pt>
          <cx:pt idx="10355">300</cx:pt>
          <cx:pt idx="10356">80</cx:pt>
          <cx:pt idx="10357">119</cx:pt>
          <cx:pt idx="10358">175</cx:pt>
          <cx:pt idx="10359">200</cx:pt>
          <cx:pt idx="10360">350</cx:pt>
          <cx:pt idx="10361">199</cx:pt>
          <cx:pt idx="10362">130</cx:pt>
          <cx:pt idx="10363">76</cx:pt>
          <cx:pt idx="10364">215</cx:pt>
          <cx:pt idx="10365">128</cx:pt>
          <cx:pt idx="10366">135</cx:pt>
          <cx:pt idx="10367">98</cx:pt>
          <cx:pt idx="10368">250</cx:pt>
          <cx:pt idx="10369">106</cx:pt>
          <cx:pt idx="10370">100</cx:pt>
          <cx:pt idx="10371">125</cx:pt>
          <cx:pt idx="10372">120</cx:pt>
          <cx:pt idx="10373">65</cx:pt>
          <cx:pt idx="10374">150</cx:pt>
          <cx:pt idx="10375">175</cx:pt>
          <cx:pt idx="10376">180</cx:pt>
          <cx:pt idx="10377">181</cx:pt>
          <cx:pt idx="10378">190</cx:pt>
          <cx:pt idx="10379">350</cx:pt>
          <cx:pt idx="10380">250</cx:pt>
          <cx:pt idx="10381">100</cx:pt>
          <cx:pt idx="10382">206</cx:pt>
          <cx:pt idx="10383">150</cx:pt>
          <cx:pt idx="10384">220</cx:pt>
          <cx:pt idx="10385">300</cx:pt>
          <cx:pt idx="10386">62</cx:pt>
          <cx:pt idx="10387">155</cx:pt>
          <cx:pt idx="10388">260</cx:pt>
          <cx:pt idx="10389">171</cx:pt>
          <cx:pt idx="10390">500</cx:pt>
          <cx:pt idx="10391">120</cx:pt>
          <cx:pt idx="10392">90</cx:pt>
          <cx:pt idx="10393">55</cx:pt>
          <cx:pt idx="10394">225</cx:pt>
          <cx:pt idx="10395">153</cx:pt>
          <cx:pt idx="10396">500</cx:pt>
          <cx:pt idx="10397">180</cx:pt>
          <cx:pt idx="10398">165</cx:pt>
          <cx:pt idx="10399">106</cx:pt>
          <cx:pt idx="10400">69</cx:pt>
          <cx:pt idx="10401">150</cx:pt>
          <cx:pt idx="10402">140</cx:pt>
          <cx:pt idx="10403">150</cx:pt>
          <cx:pt idx="10404">200</cx:pt>
          <cx:pt idx="10405">130</cx:pt>
          <cx:pt idx="10406">90</cx:pt>
          <cx:pt idx="10407">50</cx:pt>
          <cx:pt idx="10408">60</cx:pt>
          <cx:pt idx="10409">103</cx:pt>
          <cx:pt idx="10410">80</cx:pt>
          <cx:pt idx="10411">80</cx:pt>
          <cx:pt idx="10412">120</cx:pt>
          <cx:pt idx="10413">186</cx:pt>
          <cx:pt idx="10414">190</cx:pt>
          <cx:pt idx="10415">249</cx:pt>
          <cx:pt idx="10416">80</cx:pt>
          <cx:pt idx="10417">120</cx:pt>
          <cx:pt idx="10418">186</cx:pt>
          <cx:pt idx="10419">125</cx:pt>
          <cx:pt idx="10420">75</cx:pt>
          <cx:pt idx="10421">129</cx:pt>
          <cx:pt idx="10422">220</cx:pt>
          <cx:pt idx="10423">149</cx:pt>
          <cx:pt idx="10424">85</cx:pt>
          <cx:pt idx="10425">67</cx:pt>
          <cx:pt idx="10426">100</cx:pt>
          <cx:pt idx="10427">90</cx:pt>
          <cx:pt idx="10428">124</cx:pt>
          <cx:pt idx="10429">70</cx:pt>
          <cx:pt idx="10430">60</cx:pt>
          <cx:pt idx="10431">55</cx:pt>
          <cx:pt idx="10432">75</cx:pt>
          <cx:pt idx="10433">110</cx:pt>
          <cx:pt idx="10434">89</cx:pt>
          <cx:pt idx="10435">475</cx:pt>
          <cx:pt idx="10436">124</cx:pt>
          <cx:pt idx="10437">150</cx:pt>
          <cx:pt idx="10438">70</cx:pt>
          <cx:pt idx="10439">84</cx:pt>
          <cx:pt idx="10440">250</cx:pt>
          <cx:pt idx="10441">150</cx:pt>
          <cx:pt idx="10442">120</cx:pt>
          <cx:pt idx="10443">125</cx:pt>
          <cx:pt idx="10444">110</cx:pt>
          <cx:pt idx="10445">130</cx:pt>
          <cx:pt idx="10446">332</cx:pt>
          <cx:pt idx="10447">215</cx:pt>
          <cx:pt idx="10448">114</cx:pt>
          <cx:pt idx="10449">180</cx:pt>
          <cx:pt idx="10450">68</cx:pt>
          <cx:pt idx="10451">400</cx:pt>
          <cx:pt idx="10452">165</cx:pt>
          <cx:pt idx="10453">105</cx:pt>
          <cx:pt idx="10454">144</cx:pt>
          <cx:pt idx="10455">65</cx:pt>
          <cx:pt idx="10456">160</cx:pt>
          <cx:pt idx="10457">200</cx:pt>
          <cx:pt idx="10458">110</cx:pt>
          <cx:pt idx="10459">206</cx:pt>
          <cx:pt idx="10460">98</cx:pt>
          <cx:pt idx="10461">169</cx:pt>
          <cx:pt idx="10462">85</cx:pt>
          <cx:pt idx="10463">100</cx:pt>
          <cx:pt idx="10464">125</cx:pt>
          <cx:pt idx="10465">79</cx:pt>
          <cx:pt idx="10466">47</cx:pt>
          <cx:pt idx="10467">131</cx:pt>
          <cx:pt idx="10468">135</cx:pt>
          <cx:pt idx="10469">139</cx:pt>
          <cx:pt idx="10470">116</cx:pt>
          <cx:pt idx="10471">65</cx:pt>
          <cx:pt idx="10472">225</cx:pt>
          <cx:pt idx="10473">211</cx:pt>
          <cx:pt idx="10474">120</cx:pt>
          <cx:pt idx="10475">89</cx:pt>
          <cx:pt idx="10476">130</cx:pt>
          <cx:pt idx="10477">149</cx:pt>
          <cx:pt idx="10478">100</cx:pt>
          <cx:pt idx="10479">110</cx:pt>
          <cx:pt idx="10480">120</cx:pt>
          <cx:pt idx="10481">200</cx:pt>
          <cx:pt idx="10482">129</cx:pt>
          <cx:pt idx="10483">90</cx:pt>
          <cx:pt idx="10484">130</cx:pt>
          <cx:pt idx="10485">70</cx:pt>
          <cx:pt idx="10486">170</cx:pt>
          <cx:pt idx="10487">120</cx:pt>
          <cx:pt idx="10488">99</cx:pt>
          <cx:pt idx="10489">89</cx:pt>
          <cx:pt idx="10490">180</cx:pt>
          <cx:pt idx="10491">40</cx:pt>
          <cx:pt idx="10492">110</cx:pt>
          <cx:pt idx="10493">174</cx:pt>
          <cx:pt idx="10494">232</cx:pt>
          <cx:pt idx="10495">211</cx:pt>
          <cx:pt idx="10496">141</cx:pt>
          <cx:pt idx="10497">127</cx:pt>
          <cx:pt idx="10498">141</cx:pt>
          <cx:pt idx="10499">127</cx:pt>
          <cx:pt idx="10500">127</cx:pt>
          <cx:pt idx="10501">400</cx:pt>
          <cx:pt idx="10502">200</cx:pt>
          <cx:pt idx="10503">150</cx:pt>
          <cx:pt idx="10504">166</cx:pt>
          <cx:pt idx="10505">160</cx:pt>
          <cx:pt idx="10506">250</cx:pt>
          <cx:pt idx="10507">150</cx:pt>
          <cx:pt idx="10508">99</cx:pt>
          <cx:pt idx="10509">150</cx:pt>
          <cx:pt idx="10510">140</cx:pt>
          <cx:pt idx="10511">350</cx:pt>
          <cx:pt idx="10512">129</cx:pt>
          <cx:pt idx="10513">91</cx:pt>
          <cx:pt idx="10514">45</cx:pt>
          <cx:pt idx="10515">134</cx:pt>
          <cx:pt idx="10516">200</cx:pt>
          <cx:pt idx="10517">118</cx:pt>
          <cx:pt idx="10518">325</cx:pt>
          <cx:pt idx="10519">125</cx:pt>
          <cx:pt idx="10520">280</cx:pt>
          <cx:pt idx="10521">159</cx:pt>
          <cx:pt idx="10522">225</cx:pt>
          <cx:pt idx="10523">119</cx:pt>
          <cx:pt idx="10524">314</cx:pt>
          <cx:pt idx="10525">73</cx:pt>
          <cx:pt idx="10526">109</cx:pt>
          <cx:pt idx="10527">85</cx:pt>
          <cx:pt idx="10528">162</cx:pt>
          <cx:pt idx="10529">120</cx:pt>
          <cx:pt idx="10530">115</cx:pt>
          <cx:pt idx="10531">140</cx:pt>
          <cx:pt idx="10532">89</cx:pt>
          <cx:pt idx="10533">115</cx:pt>
          <cx:pt idx="10534">80</cx:pt>
          <cx:pt idx="10535">176</cx:pt>
          <cx:pt idx="10536">180</cx:pt>
          <cx:pt idx="10537">238</cx:pt>
          <cx:pt idx="10538">95</cx:pt>
          <cx:pt idx="10539">96</cx:pt>
          <cx:pt idx="10540">90</cx:pt>
          <cx:pt idx="10541">160</cx:pt>
          <cx:pt idx="10542">160</cx:pt>
          <cx:pt idx="10543">101</cx:pt>
          <cx:pt idx="10544">117</cx:pt>
          <cx:pt idx="10545">127</cx:pt>
          <cx:pt idx="10546">100</cx:pt>
          <cx:pt idx="10547">69</cx:pt>
          <cx:pt idx="10548">115</cx:pt>
          <cx:pt idx="10549">50</cx:pt>
          <cx:pt idx="10550">100</cx:pt>
          <cx:pt idx="10551">69</cx:pt>
          <cx:pt idx="10552">125</cx:pt>
          <cx:pt idx="10553">75</cx:pt>
          <cx:pt idx="10554">150</cx:pt>
          <cx:pt idx="10555">46</cx:pt>
          <cx:pt idx="10556">119</cx:pt>
          <cx:pt idx="10557">150</cx:pt>
          <cx:pt idx="10558">155</cx:pt>
          <cx:pt idx="10559">45</cx:pt>
          <cx:pt idx="10560">170</cx:pt>
          <cx:pt idx="10561">60</cx:pt>
          <cx:pt idx="10562">200</cx:pt>
          <cx:pt idx="10563">65</cx:pt>
          <cx:pt idx="10564">200</cx:pt>
          <cx:pt idx="10565">102</cx:pt>
          <cx:pt idx="10566">225</cx:pt>
          <cx:pt idx="10567">109</cx:pt>
          <cx:pt idx="10568">312</cx:pt>
          <cx:pt idx="10569">132</cx:pt>
          <cx:pt idx="10570">49</cx:pt>
          <cx:pt idx="10571">280</cx:pt>
          <cx:pt idx="10572">167</cx:pt>
          <cx:pt idx="10573">59</cx:pt>
          <cx:pt idx="10574">50</cx:pt>
          <cx:pt idx="10575">140</cx:pt>
          <cx:pt idx="10576">247</cx:pt>
          <cx:pt idx="10577">300</cx:pt>
          <cx:pt idx="10578">199</cx:pt>
          <cx:pt idx="10579">100</cx:pt>
          <cx:pt idx="10580">81</cx:pt>
          <cx:pt idx="10581">51</cx:pt>
          <cx:pt idx="10582">100</cx:pt>
          <cx:pt idx="10583">206</cx:pt>
          <cx:pt idx="10584">140</cx:pt>
          <cx:pt idx="10585">65</cx:pt>
          <cx:pt idx="10586">250</cx:pt>
          <cx:pt idx="10587">75</cx:pt>
          <cx:pt idx="10588">150</cx:pt>
          <cx:pt idx="10589">185</cx:pt>
          <cx:pt idx="10590">70</cx:pt>
          <cx:pt idx="10591">180</cx:pt>
          <cx:pt idx="10592">135</cx:pt>
          <cx:pt idx="10593">156</cx:pt>
          <cx:pt idx="10594">250</cx:pt>
          <cx:pt idx="10595">90</cx:pt>
          <cx:pt idx="10596">30</cx:pt>
          <cx:pt idx="10597">95</cx:pt>
          <cx:pt idx="10598">230</cx:pt>
          <cx:pt idx="10599">108</cx:pt>
          <cx:pt idx="10600">295</cx:pt>
          <cx:pt idx="10601">214</cx:pt>
          <cx:pt idx="10602">120</cx:pt>
          <cx:pt idx="10603">189</cx:pt>
          <cx:pt idx="10604">99</cx:pt>
          <cx:pt idx="10605">215</cx:pt>
          <cx:pt idx="10606">75</cx:pt>
          <cx:pt idx="10607">99</cx:pt>
          <cx:pt idx="10608">80</cx:pt>
          <cx:pt idx="10609">100</cx:pt>
          <cx:pt idx="10610">42</cx:pt>
          <cx:pt idx="10611">60</cx:pt>
          <cx:pt idx="10612">79</cx:pt>
          <cx:pt idx="10613">240</cx:pt>
          <cx:pt idx="10614">70</cx:pt>
          <cx:pt idx="10615">189</cx:pt>
          <cx:pt idx="10616">100</cx:pt>
          <cx:pt idx="10617">139</cx:pt>
          <cx:pt idx="10618">130</cx:pt>
          <cx:pt idx="10619">99</cx:pt>
          <cx:pt idx="10620">100</cx:pt>
          <cx:pt idx="10621">150</cx:pt>
          <cx:pt idx="10622">124</cx:pt>
          <cx:pt idx="10623">210</cx:pt>
          <cx:pt idx="10624">50</cx:pt>
          <cx:pt idx="10625">219</cx:pt>
          <cx:pt idx="10626">65</cx:pt>
          <cx:pt idx="10627">46</cx:pt>
          <cx:pt idx="10628">61</cx:pt>
          <cx:pt idx="10629">271</cx:pt>
          <cx:pt idx="10630">460</cx:pt>
          <cx:pt idx="10631">380</cx:pt>
          <cx:pt idx="10632">200</cx:pt>
          <cx:pt idx="10633">232</cx:pt>
          <cx:pt idx="10634">499</cx:pt>
          <cx:pt idx="10635">150</cx:pt>
          <cx:pt idx="10636">100</cx:pt>
          <cx:pt idx="10637">110</cx:pt>
          <cx:pt idx="10638">65</cx:pt>
          <cx:pt idx="10639">211</cx:pt>
          <cx:pt idx="10640">185</cx:pt>
          <cx:pt idx="10641">146</cx:pt>
          <cx:pt idx="10642">100</cx:pt>
          <cx:pt idx="10643">276</cx:pt>
          <cx:pt idx="10644">109</cx:pt>
          <cx:pt idx="10645">149</cx:pt>
          <cx:pt idx="10646">150</cx:pt>
          <cx:pt idx="10647">220</cx:pt>
          <cx:pt idx="10648">79</cx:pt>
          <cx:pt idx="10649">199</cx:pt>
          <cx:pt idx="10650">160</cx:pt>
          <cx:pt idx="10651">170</cx:pt>
          <cx:pt idx="10652">232</cx:pt>
          <cx:pt idx="10653">80</cx:pt>
          <cx:pt idx="10654">179</cx:pt>
          <cx:pt idx="10655">159</cx:pt>
          <cx:pt idx="10656">57</cx:pt>
          <cx:pt idx="10657">196</cx:pt>
          <cx:pt idx="10658">70</cx:pt>
          <cx:pt idx="10659">125</cx:pt>
          <cx:pt idx="10660">119</cx:pt>
          <cx:pt idx="10661">145</cx:pt>
          <cx:pt idx="10662">75</cx:pt>
          <cx:pt idx="10663">270</cx:pt>
          <cx:pt idx="10664">200</cx:pt>
          <cx:pt idx="10665">150</cx:pt>
          <cx:pt idx="10666">121</cx:pt>
          <cx:pt idx="10667">120</cx:pt>
          <cx:pt idx="10668">99</cx:pt>
          <cx:pt idx="10669">38</cx:pt>
          <cx:pt idx="10670">150</cx:pt>
          <cx:pt idx="10671">130</cx:pt>
          <cx:pt idx="10672">30</cx:pt>
          <cx:pt idx="10673">95</cx:pt>
          <cx:pt idx="10674">135</cx:pt>
          <cx:pt idx="10675">220</cx:pt>
          <cx:pt idx="10676">300</cx:pt>
          <cx:pt idx="10677">130</cx:pt>
          <cx:pt idx="10678">240</cx:pt>
          <cx:pt idx="10679">116</cx:pt>
          <cx:pt idx="10680">185</cx:pt>
          <cx:pt idx="10681">155</cx:pt>
          <cx:pt idx="10682">175</cx:pt>
          <cx:pt idx="10683">180</cx:pt>
          <cx:pt idx="10684">64</cx:pt>
          <cx:pt idx="10685">97</cx:pt>
          <cx:pt idx="10686">80</cx:pt>
          <cx:pt idx="10687">140</cx:pt>
          <cx:pt idx="10688">150</cx:pt>
          <cx:pt idx="10689">200</cx:pt>
          <cx:pt idx="10690">103</cx:pt>
          <cx:pt idx="10691">80</cx:pt>
          <cx:pt idx="10692">100</cx:pt>
          <cx:pt idx="10693">125</cx:pt>
          <cx:pt idx="10694">90</cx:pt>
          <cx:pt idx="10695">50</cx:pt>
          <cx:pt idx="10696">190</cx:pt>
          <cx:pt idx="10697">110</cx:pt>
          <cx:pt idx="10698">400</cx:pt>
          <cx:pt idx="10699">100</cx:pt>
          <cx:pt idx="10700">75</cx:pt>
          <cx:pt idx="10701">240</cx:pt>
          <cx:pt idx="10702">117</cx:pt>
          <cx:pt idx="10703">80</cx:pt>
          <cx:pt idx="10704">153</cx:pt>
          <cx:pt idx="10705">375</cx:pt>
          <cx:pt idx="10706">104</cx:pt>
          <cx:pt idx="10707">175</cx:pt>
          <cx:pt idx="10708">95</cx:pt>
          <cx:pt idx="10709">148</cx:pt>
          <cx:pt idx="10710">135</cx:pt>
          <cx:pt idx="10711">140</cx:pt>
          <cx:pt idx="10712">79</cx:pt>
          <cx:pt idx="10713">220</cx:pt>
          <cx:pt idx="10714">150</cx:pt>
          <cx:pt idx="10715">225</cx:pt>
          <cx:pt idx="10716">159</cx:pt>
          <cx:pt idx="10717">506</cx:pt>
          <cx:pt idx="10718">139</cx:pt>
          <cx:pt idx="10719">120</cx:pt>
          <cx:pt idx="10720">95</cx:pt>
          <cx:pt idx="10721">350</cx:pt>
          <cx:pt idx="10722">99</cx:pt>
          <cx:pt idx="10723">120</cx:pt>
          <cx:pt idx="10724">140</cx:pt>
          <cx:pt idx="10725">50</cx:pt>
          <cx:pt idx="10726">225</cx:pt>
          <cx:pt idx="10727">245</cx:pt>
          <cx:pt idx="10728">86</cx:pt>
          <cx:pt idx="10729">55</cx:pt>
          <cx:pt idx="10730">200</cx:pt>
          <cx:pt idx="10731">60</cx:pt>
          <cx:pt idx="10732">80</cx:pt>
          <cx:pt idx="10733">150</cx:pt>
          <cx:pt idx="10734">100</cx:pt>
          <cx:pt idx="10735">80</cx:pt>
          <cx:pt idx="10736">100</cx:pt>
          <cx:pt idx="10737">85</cx:pt>
          <cx:pt idx="10738">73</cx:pt>
          <cx:pt idx="10739">200</cx:pt>
          <cx:pt idx="10740">73</cx:pt>
          <cx:pt idx="10741">110</cx:pt>
          <cx:pt idx="10742">79</cx:pt>
          <cx:pt idx="10743">230</cx:pt>
          <cx:pt idx="10744">160</cx:pt>
          <cx:pt idx="10745">500</cx:pt>
          <cx:pt idx="10746">90</cx:pt>
          <cx:pt idx="10747">175</cx:pt>
          <cx:pt idx="10748">59</cx:pt>
          <cx:pt idx="10749">90</cx:pt>
          <cx:pt idx="10750">500</cx:pt>
          <cx:pt idx="10751">500</cx:pt>
          <cx:pt idx="10752">500</cx:pt>
          <cx:pt idx="10753">295</cx:pt>
          <cx:pt idx="10754">119</cx:pt>
          <cx:pt idx="10755">150</cx:pt>
          <cx:pt idx="10756">150</cx:pt>
          <cx:pt idx="10757">220</cx:pt>
          <cx:pt idx="10758">150</cx:pt>
          <cx:pt idx="10759">60</cx:pt>
          <cx:pt idx="10760">133</cx:pt>
          <cx:pt idx="10761">300</cx:pt>
          <cx:pt idx="10762">120</cx:pt>
          <cx:pt idx="10763">140</cx:pt>
          <cx:pt idx="10764">110</cx:pt>
          <cx:pt idx="10765">119</cx:pt>
          <cx:pt idx="10766">240</cx:pt>
          <cx:pt idx="10767">55</cx:pt>
          <cx:pt idx="10768">132</cx:pt>
          <cx:pt idx="10769">127</cx:pt>
          <cx:pt idx="10770">155</cx:pt>
          <cx:pt idx="10771">350</cx:pt>
          <cx:pt idx="10772">130</cx:pt>
          <cx:pt idx="10773">190</cx:pt>
          <cx:pt idx="10774">198</cx:pt>
          <cx:pt idx="10775">123</cx:pt>
          <cx:pt idx="10776">80</cx:pt>
          <cx:pt idx="10777">58</cx:pt>
          <cx:pt idx="10778">118</cx:pt>
          <cx:pt idx="10779">90</cx:pt>
          <cx:pt idx="10780">190</cx:pt>
          <cx:pt idx="10781">80</cx:pt>
          <cx:pt idx="10782">155</cx:pt>
          <cx:pt idx="10783">74</cx:pt>
          <cx:pt idx="10784">200</cx:pt>
          <cx:pt idx="10785">150</cx:pt>
          <cx:pt idx="10786">64</cx:pt>
          <cx:pt idx="10787">120</cx:pt>
          <cx:pt idx="10788">90</cx:pt>
          <cx:pt idx="10789">140</cx:pt>
          <cx:pt idx="10790">55</cx:pt>
          <cx:pt idx="10791">40</cx:pt>
          <cx:pt idx="10792">150</cx:pt>
          <cx:pt idx="10793">250</cx:pt>
          <cx:pt idx="10794">92</cx:pt>
          <cx:pt idx="10795">440</cx:pt>
          <cx:pt idx="10796">129</cx:pt>
          <cx:pt idx="10797">75</cx:pt>
          <cx:pt idx="10798">202</cx:pt>
          <cx:pt idx="10799">90</cx:pt>
          <cx:pt idx="10800">245</cx:pt>
          <cx:pt idx="10801">146</cx:pt>
          <cx:pt idx="10802">225</cx:pt>
          <cx:pt idx="10803">210</cx:pt>
          <cx:pt idx="10804">213</cx:pt>
          <cx:pt idx="10805">150</cx:pt>
          <cx:pt idx="10806">65</cx:pt>
          <cx:pt idx="10807">233</cx:pt>
          <cx:pt idx="10808">201</cx:pt>
          <cx:pt idx="10809">160</cx:pt>
          <cx:pt idx="10810">45</cx:pt>
          <cx:pt idx="10811">95</cx:pt>
          <cx:pt idx="10812">100</cx:pt>
          <cx:pt idx="10813">95</cx:pt>
          <cx:pt idx="10814">120</cx:pt>
          <cx:pt idx="10815">110</cx:pt>
          <cx:pt idx="10816">125</cx:pt>
          <cx:pt idx="10817">150</cx:pt>
          <cx:pt idx="10818">333</cx:pt>
          <cx:pt idx="10819">105</cx:pt>
          <cx:pt idx="10820">138</cx:pt>
          <cx:pt idx="10821">89</cx:pt>
          <cx:pt idx="10822">110</cx:pt>
          <cx:pt idx="10823">97</cx:pt>
          <cx:pt idx="10824">119</cx:pt>
          <cx:pt idx="10825">79</cx:pt>
          <cx:pt idx="10826">140</cx:pt>
          <cx:pt idx="10827">90</cx:pt>
          <cx:pt idx="10828">300</cx:pt>
          <cx:pt idx="10829">255</cx:pt>
          <cx:pt idx="10830">201</cx:pt>
          <cx:pt idx="10831">185</cx:pt>
          <cx:pt idx="10832">89</cx:pt>
          <cx:pt idx="10833">265</cx:pt>
          <cx:pt idx="10834">160</cx:pt>
          <cx:pt idx="10835">91</cx:pt>
          <cx:pt idx="10836">185</cx:pt>
          <cx:pt idx="10837">298</cx:pt>
          <cx:pt idx="10838">75</cx:pt>
          <cx:pt idx="10839">149</cx:pt>
          <cx:pt idx="10840">181</cx:pt>
          <cx:pt idx="10841">181</cx:pt>
          <cx:pt idx="10842">213</cx:pt>
          <cx:pt idx="10843">341</cx:pt>
          <cx:pt idx="10844">309</cx:pt>
          <cx:pt idx="10845">125</cx:pt>
          <cx:pt idx="10846">68</cx:pt>
          <cx:pt idx="10847">120</cx:pt>
          <cx:pt idx="10848">180</cx:pt>
          <cx:pt idx="10849">195</cx:pt>
          <cx:pt idx="10850">350</cx:pt>
          <cx:pt idx="10851">150</cx:pt>
          <cx:pt idx="10852">85</cx:pt>
          <cx:pt idx="10853">317</cx:pt>
          <cx:pt idx="10854">88</cx:pt>
          <cx:pt idx="10855">130</cx:pt>
          <cx:pt idx="10856">79</cx:pt>
          <cx:pt idx="10857">125</cx:pt>
          <cx:pt idx="10858">124</cx:pt>
          <cx:pt idx="10859">63</cx:pt>
          <cx:pt idx="10860">250</cx:pt>
          <cx:pt idx="10861">58</cx:pt>
          <cx:pt idx="10862">200</cx:pt>
          <cx:pt idx="10863">120</cx:pt>
          <cx:pt idx="10864">265</cx:pt>
          <cx:pt idx="10865">65</cx:pt>
          <cx:pt idx="10866">175</cx:pt>
          <cx:pt idx="10867">80</cx:pt>
          <cx:pt idx="10868">189</cx:pt>
          <cx:pt idx="10869">250</cx:pt>
          <cx:pt idx="10870">150</cx:pt>
          <cx:pt idx="10871">250</cx:pt>
          <cx:pt idx="10872">81</cx:pt>
          <cx:pt idx="10873">140</cx:pt>
          <cx:pt idx="10874">72</cx:pt>
          <cx:pt idx="10875">374</cx:pt>
          <cx:pt idx="10876">175</cx:pt>
          <cx:pt idx="10877">100</cx:pt>
          <cx:pt idx="10878">288</cx:pt>
          <cx:pt idx="10879">256</cx:pt>
          <cx:pt idx="10880">256</cx:pt>
          <cx:pt idx="10881">310</cx:pt>
          <cx:pt idx="10882">160</cx:pt>
          <cx:pt idx="10883">100</cx:pt>
          <cx:pt idx="10884">100</cx:pt>
          <cx:pt idx="10885">200</cx:pt>
          <cx:pt idx="10886">164</cx:pt>
          <cx:pt idx="10887">120</cx:pt>
          <cx:pt idx="10888">250</cx:pt>
          <cx:pt idx="10889">129</cx:pt>
          <cx:pt idx="10890">150</cx:pt>
          <cx:pt idx="10891">65</cx:pt>
          <cx:pt idx="10892">100</cx:pt>
          <cx:pt idx="10893">150</cx:pt>
          <cx:pt idx="10894">119</cx:pt>
          <cx:pt idx="10895">125</cx:pt>
          <cx:pt idx="10896">148</cx:pt>
          <cx:pt idx="10897">85</cx:pt>
          <cx:pt idx="10898">100</cx:pt>
          <cx:pt idx="10899">62</cx:pt>
          <cx:pt idx="10900">105</cx:pt>
          <cx:pt idx="10901">306</cx:pt>
          <cx:pt idx="10902">305</cx:pt>
          <cx:pt idx="10903">328</cx:pt>
          <cx:pt idx="10904">360</cx:pt>
          <cx:pt idx="10905">371</cx:pt>
          <cx:pt idx="10906">100</cx:pt>
          <cx:pt idx="10907">140</cx:pt>
          <cx:pt idx="10908">70</cx:pt>
          <cx:pt idx="10909">120</cx:pt>
          <cx:pt idx="10910">60</cx:pt>
          <cx:pt idx="10911">78</cx:pt>
          <cx:pt idx="10912">120</cx:pt>
          <cx:pt idx="10913">175</cx:pt>
          <cx:pt idx="10914">160</cx:pt>
          <cx:pt idx="10915">188</cx:pt>
          <cx:pt idx="10916">120</cx:pt>
          <cx:pt idx="10917">141</cx:pt>
          <cx:pt idx="10918">150</cx:pt>
          <cx:pt idx="10919">198</cx:pt>
          <cx:pt idx="10920">457</cx:pt>
          <cx:pt idx="10921">150</cx:pt>
          <cx:pt idx="10922">100</cx:pt>
          <cx:pt idx="10923">375</cx:pt>
          <cx:pt idx="10924">270</cx:pt>
          <cx:pt idx="10925">113</cx:pt>
          <cx:pt idx="10926">180</cx:pt>
          <cx:pt idx="10927">165</cx:pt>
          <cx:pt idx="10928">110</cx:pt>
          <cx:pt idx="10929">275</cx:pt>
          <cx:pt idx="10930">95</cx:pt>
          <cx:pt idx="10931">50</cx:pt>
          <cx:pt idx="10932">99</cx:pt>
          <cx:pt idx="10933">100</cx:pt>
          <cx:pt idx="10934">110</cx:pt>
          <cx:pt idx="10935">51</cx:pt>
          <cx:pt idx="10936">140</cx:pt>
          <cx:pt idx="10937">25</cx:pt>
          <cx:pt idx="10938">110</cx:pt>
          <cx:pt idx="10939">90</cx:pt>
          <cx:pt idx="10940">395</cx:pt>
          <cx:pt idx="10941">200</cx:pt>
          <cx:pt idx="10942">125</cx:pt>
          <cx:pt idx="10943">180</cx:pt>
          <cx:pt idx="10944">250</cx:pt>
          <cx:pt idx="10945">100</cx:pt>
          <cx:pt idx="10946">349</cx:pt>
          <cx:pt idx="10947">105</cx:pt>
          <cx:pt idx="10948">134</cx:pt>
          <cx:pt idx="10949">90</cx:pt>
          <cx:pt idx="10950">179</cx:pt>
          <cx:pt idx="10951">90</cx:pt>
          <cx:pt idx="10952">75</cx:pt>
          <cx:pt idx="10953">80</cx:pt>
          <cx:pt idx="10954">119</cx:pt>
          <cx:pt idx="10955">97</cx:pt>
          <cx:pt idx="10956">79</cx:pt>
          <cx:pt idx="10957">299</cx:pt>
          <cx:pt idx="10958">156</cx:pt>
          <cx:pt idx="10959">120</cx:pt>
          <cx:pt idx="10960">150</cx:pt>
          <cx:pt idx="10961">71</cx:pt>
          <cx:pt idx="10962">110</cx:pt>
          <cx:pt idx="10963">196</cx:pt>
          <cx:pt idx="10964">195</cx:pt>
          <cx:pt idx="10965">250</cx:pt>
          <cx:pt idx="10966">246</cx:pt>
          <cx:pt idx="10967">80</cx:pt>
          <cx:pt idx="10968">61</cx:pt>
          <cx:pt idx="10969">90</cx:pt>
          <cx:pt idx="10970">129</cx:pt>
          <cx:pt idx="10971">145</cx:pt>
          <cx:pt idx="10972">75</cx:pt>
          <cx:pt idx="10973">120</cx:pt>
          <cx:pt idx="10974">120</cx:pt>
          <cx:pt idx="10975">220</cx:pt>
          <cx:pt idx="10976">169</cx:pt>
          <cx:pt idx="10977">125</cx:pt>
          <cx:pt idx="10978">100</cx:pt>
          <cx:pt idx="10979">120</cx:pt>
          <cx:pt idx="10980">245</cx:pt>
          <cx:pt idx="10981">175</cx:pt>
          <cx:pt idx="10982">121</cx:pt>
          <cx:pt idx="10983">143</cx:pt>
          <cx:pt idx="10984">45</cx:pt>
          <cx:pt idx="10985">125</cx:pt>
          <cx:pt idx="10986">114</cx:pt>
          <cx:pt idx="10987">125</cx:pt>
          <cx:pt idx="10988">140</cx:pt>
          <cx:pt idx="10989">400</cx:pt>
          <cx:pt idx="10990">75</cx:pt>
          <cx:pt idx="10991">160</cx:pt>
          <cx:pt idx="10992">250</cx:pt>
          <cx:pt idx="10993">107</cx:pt>
          <cx:pt idx="10994">443</cx:pt>
          <cx:pt idx="10995">259</cx:pt>
          <cx:pt idx="10996">95</cx:pt>
          <cx:pt idx="10997">118</cx:pt>
          <cx:pt idx="10998">130</cx:pt>
          <cx:pt idx="10999">140</cx:pt>
          <cx:pt idx="11000">83</cx:pt>
          <cx:pt idx="11001">50</cx:pt>
          <cx:pt idx="11002">99</cx:pt>
          <cx:pt idx="11003">98</cx:pt>
          <cx:pt idx="11004">205</cx:pt>
          <cx:pt idx="11005">94</cx:pt>
          <cx:pt idx="11006">82</cx:pt>
          <cx:pt idx="11007">103</cx:pt>
          <cx:pt idx="11008">85</cx:pt>
          <cx:pt idx="11009">250</cx:pt>
          <cx:pt idx="11010">300</cx:pt>
          <cx:pt idx="11011">90</cx:pt>
          <cx:pt idx="11012">69</cx:pt>
          <cx:pt idx="11013">90</cx:pt>
          <cx:pt idx="11014">186</cx:pt>
          <cx:pt idx="11015">80</cx:pt>
          <cx:pt idx="11016">120</cx:pt>
          <cx:pt idx="11017">150</cx:pt>
          <cx:pt idx="11018">156</cx:pt>
          <cx:pt idx="11019">199</cx:pt>
          <cx:pt idx="11020">125</cx:pt>
          <cx:pt idx="11021">125</cx:pt>
          <cx:pt idx="11022">50</cx:pt>
          <cx:pt idx="11023">170</cx:pt>
          <cx:pt idx="11024">95</cx:pt>
          <cx:pt idx="11025">139</cx:pt>
          <cx:pt idx="11026">180</cx:pt>
          <cx:pt idx="11027">175</cx:pt>
          <cx:pt idx="11028">90</cx:pt>
          <cx:pt idx="11029">230</cx:pt>
          <cx:pt idx="11030">159</cx:pt>
          <cx:pt idx="11031">135</cx:pt>
          <cx:pt idx="11032">71</cx:pt>
          <cx:pt idx="11033">145</cx:pt>
          <cx:pt idx="11034">75</cx:pt>
          <cx:pt idx="11035">99</cx:pt>
          <cx:pt idx="11036">50</cx:pt>
          <cx:pt idx="11037">240</cx:pt>
          <cx:pt idx="11038">50</cx:pt>
          <cx:pt idx="11039">162</cx:pt>
          <cx:pt idx="11040">160</cx:pt>
          <cx:pt idx="11041">400</cx:pt>
          <cx:pt idx="11042">150</cx:pt>
          <cx:pt idx="11043">97</cx:pt>
          <cx:pt idx="11044">97</cx:pt>
          <cx:pt idx="11045">57</cx:pt>
          <cx:pt idx="11046">200</cx:pt>
          <cx:pt idx="11047">182</cx:pt>
          <cx:pt idx="11048">185</cx:pt>
          <cx:pt idx="11049">139</cx:pt>
          <cx:pt idx="11050">150</cx:pt>
          <cx:pt idx="11051">145</cx:pt>
          <cx:pt idx="11052">79</cx:pt>
          <cx:pt idx="11053">95</cx:pt>
          <cx:pt idx="11054">220</cx:pt>
          <cx:pt idx="11055">200</cx:pt>
          <cx:pt idx="11056">180</cx:pt>
          <cx:pt idx="11057">80</cx:pt>
          <cx:pt idx="11058">131</cx:pt>
          <cx:pt idx="11059">135</cx:pt>
          <cx:pt idx="11060">250</cx:pt>
          <cx:pt idx="11061">145</cx:pt>
          <cx:pt idx="11062">70</cx:pt>
          <cx:pt idx="11063">150</cx:pt>
          <cx:pt idx="11064">80</cx:pt>
          <cx:pt idx="11065">249</cx:pt>
          <cx:pt idx="11066">46</cx:pt>
          <cx:pt idx="11067">180</cx:pt>
          <cx:pt idx="11068">197</cx:pt>
          <cx:pt idx="11069">180</cx:pt>
          <cx:pt idx="11070">239</cx:pt>
          <cx:pt idx="11071">250</cx:pt>
          <cx:pt idx="11072">293</cx:pt>
          <cx:pt idx="11073">300</cx:pt>
          <cx:pt idx="11074">99</cx:pt>
          <cx:pt idx="11075">66</cx:pt>
          <cx:pt idx="11076">120</cx:pt>
          <cx:pt idx="11077">175</cx:pt>
          <cx:pt idx="11078">100</cx:pt>
          <cx:pt idx="11079">125</cx:pt>
          <cx:pt idx="11080">75</cx:pt>
          <cx:pt idx="11081">70</cx:pt>
          <cx:pt idx="11082">75</cx:pt>
          <cx:pt idx="11083">50</cx:pt>
          <cx:pt idx="11084">130</cx:pt>
          <cx:pt idx="11085">100</cx:pt>
          <cx:pt idx="11086">400</cx:pt>
          <cx:pt idx="11087">109</cx:pt>
          <cx:pt idx="11088">140</cx:pt>
          <cx:pt idx="11089">93</cx:pt>
          <cx:pt idx="11090">129</cx:pt>
          <cx:pt idx="11091">100</cx:pt>
          <cx:pt idx="11092">173</cx:pt>
          <cx:pt idx="11093">180</cx:pt>
          <cx:pt idx="11094">100</cx:pt>
          <cx:pt idx="11095">72</cx:pt>
          <cx:pt idx="11096">76</cx:pt>
          <cx:pt idx="11097">99</cx:pt>
          <cx:pt idx="11098">100</cx:pt>
          <cx:pt idx="11099">115</cx:pt>
          <cx:pt idx="11100">92</cx:pt>
          <cx:pt idx="11101">60</cx:pt>
          <cx:pt idx="11102">58</cx:pt>
          <cx:pt idx="11103">250</cx:pt>
          <cx:pt idx="11104">180</cx:pt>
          <cx:pt idx="11105">300</cx:pt>
          <cx:pt idx="11106">250</cx:pt>
          <cx:pt idx="11107">125</cx:pt>
          <cx:pt idx="11108">275</cx:pt>
          <cx:pt idx="11109">178</cx:pt>
          <cx:pt idx="11110">150</cx:pt>
          <cx:pt idx="11111">98</cx:pt>
          <cx:pt idx="11112">200</cx:pt>
          <cx:pt idx="11113">235</cx:pt>
          <cx:pt idx="11114">180</cx:pt>
          <cx:pt idx="11115">123</cx:pt>
          <cx:pt idx="11116">180</cx:pt>
          <cx:pt idx="11117">130</cx:pt>
          <cx:pt idx="11118">150</cx:pt>
          <cx:pt idx="11119">446</cx:pt>
          <cx:pt idx="11120">165</cx:pt>
          <cx:pt idx="11121">150</cx:pt>
          <cx:pt idx="11122">111</cx:pt>
          <cx:pt idx="11123">220</cx:pt>
          <cx:pt idx="11124">150</cx:pt>
          <cx:pt idx="11125">160</cx:pt>
          <cx:pt idx="11126">123</cx:pt>
          <cx:pt idx="11127">190</cx:pt>
          <cx:pt idx="11128">84</cx:pt>
          <cx:pt idx="11129">270</cx:pt>
          <cx:pt idx="11130">22</cx:pt>
          <cx:pt idx="11131">233</cx:pt>
          <cx:pt idx="11132">150</cx:pt>
          <cx:pt idx="11133">147</cx:pt>
          <cx:pt idx="11134">130</cx:pt>
          <cx:pt idx="11135">190</cx:pt>
          <cx:pt idx="11136">212</cx:pt>
          <cx:pt idx="11137">254</cx:pt>
          <cx:pt idx="11138">348</cx:pt>
          <cx:pt idx="11139">265</cx:pt>
          <cx:pt idx="11140">265</cx:pt>
          <cx:pt idx="11141">85</cx:pt>
          <cx:pt idx="11142">185</cx:pt>
          <cx:pt idx="11143">85</cx:pt>
          <cx:pt idx="11144">200</cx:pt>
          <cx:pt idx="11145">99</cx:pt>
          <cx:pt idx="11146">42</cx:pt>
          <cx:pt idx="11147">250</cx:pt>
          <cx:pt idx="11148">105</cx:pt>
          <cx:pt idx="11149">150</cx:pt>
          <cx:pt idx="11150">275</cx:pt>
          <cx:pt idx="11151">130</cx:pt>
          <cx:pt idx="11152">175</cx:pt>
          <cx:pt idx="11153">100</cx:pt>
          <cx:pt idx="11154">120</cx:pt>
          <cx:pt idx="11155">90</cx:pt>
          <cx:pt idx="11156">169</cx:pt>
          <cx:pt idx="11157">125</cx:pt>
          <cx:pt idx="11158">60</cx:pt>
          <cx:pt idx="11159">150</cx:pt>
          <cx:pt idx="11160">200</cx:pt>
          <cx:pt idx="11161">75</cx:pt>
          <cx:pt idx="11162">120</cx:pt>
          <cx:pt idx="11163">175</cx:pt>
          <cx:pt idx="11164">223</cx:pt>
          <cx:pt idx="11165">160</cx:pt>
          <cx:pt idx="11166">70</cx:pt>
          <cx:pt idx="11167">75</cx:pt>
          <cx:pt idx="11168">150</cx:pt>
          <cx:pt idx="11169">158</cx:pt>
          <cx:pt idx="11170">121</cx:pt>
          <cx:pt idx="11171">160</cx:pt>
          <cx:pt idx="11172">80</cx:pt>
          <cx:pt idx="11173">95</cx:pt>
          <cx:pt idx="11174">375</cx:pt>
          <cx:pt idx="11175">100</cx:pt>
          <cx:pt idx="11176">400</cx:pt>
          <cx:pt idx="11177">149</cx:pt>
          <cx:pt idx="11178">85</cx:pt>
          <cx:pt idx="11179">100</cx:pt>
          <cx:pt idx="11180">350</cx:pt>
          <cx:pt idx="11181">64</cx:pt>
          <cx:pt idx="11182">261</cx:pt>
          <cx:pt idx="11183">240</cx:pt>
          <cx:pt idx="11184">165</cx:pt>
          <cx:pt idx="11185">176</cx:pt>
          <cx:pt idx="11186">250</cx:pt>
          <cx:pt idx="11187">120</cx:pt>
          <cx:pt idx="11188">195</cx:pt>
          <cx:pt idx="11189">150</cx:pt>
          <cx:pt idx="11190">180</cx:pt>
          <cx:pt idx="11191">120</cx:pt>
          <cx:pt idx="11192">200</cx:pt>
          <cx:pt idx="11193">35</cx:pt>
          <cx:pt idx="11194">170</cx:pt>
          <cx:pt idx="11195">150</cx:pt>
          <cx:pt idx="11196">45</cx:pt>
          <cx:pt idx="11197">450</cx:pt>
          <cx:pt idx="11198">130</cx:pt>
          <cx:pt idx="11199">110</cx:pt>
          <cx:pt idx="11200">235</cx:pt>
          <cx:pt idx="11201">200</cx:pt>
          <cx:pt idx="11202">118</cx:pt>
          <cx:pt idx="11203">250</cx:pt>
          <cx:pt idx="11204">290</cx:pt>
          <cx:pt idx="11205">90</cx:pt>
          <cx:pt idx="11206">209</cx:pt>
          <cx:pt idx="11207">140</cx:pt>
          <cx:pt idx="11208">100</cx:pt>
          <cx:pt idx="11209">95</cx:pt>
          <cx:pt idx="11210">160</cx:pt>
          <cx:pt idx="11211">100</cx:pt>
          <cx:pt idx="11212">90</cx:pt>
          <cx:pt idx="11213">177</cx:pt>
          <cx:pt idx="11214">220</cx:pt>
          <cx:pt idx="11215">223</cx:pt>
          <cx:pt idx="11216">170</cx:pt>
          <cx:pt idx="11217">250</cx:pt>
          <cx:pt idx="11218">147</cx:pt>
          <cx:pt idx="11219">238</cx:pt>
          <cx:pt idx="11220">120</cx:pt>
          <cx:pt idx="11221">70</cx:pt>
          <cx:pt idx="11222">76</cx:pt>
          <cx:pt idx="11223">120</cx:pt>
          <cx:pt idx="11224">99</cx:pt>
          <cx:pt idx="11225">175</cx:pt>
          <cx:pt idx="11226">141</cx:pt>
          <cx:pt idx="11227">150</cx:pt>
          <cx:pt idx="11228">200</cx:pt>
          <cx:pt idx="11229">80</cx:pt>
          <cx:pt idx="11230">200</cx:pt>
          <cx:pt idx="11231">94</cx:pt>
          <cx:pt idx="11232">225</cx:pt>
          <cx:pt idx="11233">170</cx:pt>
          <cx:pt idx="11234">52</cx:pt>
          <cx:pt idx="11235">92</cx:pt>
          <cx:pt idx="11236">250</cx:pt>
          <cx:pt idx="11237">149</cx:pt>
          <cx:pt idx="11238">192</cx:pt>
          <cx:pt idx="11239">386</cx:pt>
          <cx:pt idx="11240">175</cx:pt>
          <cx:pt idx="11241">300</cx:pt>
          <cx:pt idx="11242">300</cx:pt>
          <cx:pt idx="11243">95</cx:pt>
          <cx:pt idx="11244">175</cx:pt>
          <cx:pt idx="11245">115</cx:pt>
          <cx:pt idx="11246">129</cx:pt>
          <cx:pt idx="11247">267</cx:pt>
          <cx:pt idx="11248">140</cx:pt>
          <cx:pt idx="11249">150</cx:pt>
          <cx:pt idx="11250">106</cx:pt>
          <cx:pt idx="11251">90</cx:pt>
          <cx:pt idx="11252">76</cx:pt>
          <cx:pt idx="11253">120</cx:pt>
          <cx:pt idx="11254">90</cx:pt>
          <cx:pt idx="11255">94</cx:pt>
          <cx:pt idx="11256">80</cx:pt>
          <cx:pt idx="11257">250</cx:pt>
          <cx:pt idx="11258">85</cx:pt>
          <cx:pt idx="11259">139</cx:pt>
          <cx:pt idx="11260">131</cx:pt>
          <cx:pt idx="11261">250</cx:pt>
          <cx:pt idx="11262">180</cx:pt>
          <cx:pt idx="11263">258</cx:pt>
          <cx:pt idx="11264">93</cx:pt>
          <cx:pt idx="11265">127</cx:pt>
          <cx:pt idx="11266">200</cx:pt>
          <cx:pt idx="11267">130</cx:pt>
          <cx:pt idx="11268">288</cx:pt>
          <cx:pt idx="11269">170</cx:pt>
          <cx:pt idx="11270">240</cx:pt>
          <cx:pt idx="11271">20</cx:pt>
          <cx:pt idx="11272">92</cx:pt>
          <cx:pt idx="11273">189</cx:pt>
          <cx:pt idx="11274">120</cx:pt>
          <cx:pt idx="11275">84</cx:pt>
          <cx:pt idx="11276">264</cx:pt>
          <cx:pt idx="11277">29</cx:pt>
          <cx:pt idx="11278">295</cx:pt>
          <cx:pt idx="11279">150</cx:pt>
          <cx:pt idx="11280">99</cx:pt>
          <cx:pt idx="11281">150</cx:pt>
          <cx:pt idx="11282">255</cx:pt>
          <cx:pt idx="11283">107</cx:pt>
          <cx:pt idx="11284">51</cx:pt>
          <cx:pt idx="11285">403</cx:pt>
          <cx:pt idx="11286">95</cx:pt>
          <cx:pt idx="11287">95</cx:pt>
          <cx:pt idx="11288">200</cx:pt>
          <cx:pt idx="11289">150</cx:pt>
          <cx:pt idx="11290">100</cx:pt>
          <cx:pt idx="11291">120</cx:pt>
          <cx:pt idx="11292">193</cx:pt>
          <cx:pt idx="11293">250</cx:pt>
          <cx:pt idx="11294">223</cx:pt>
          <cx:pt idx="11295">140</cx:pt>
          <cx:pt idx="11296">85</cx:pt>
          <cx:pt idx="11297">72</cx:pt>
          <cx:pt idx="11298">234</cx:pt>
          <cx:pt idx="11299">70</cx:pt>
          <cx:pt idx="11300">78</cx:pt>
          <cx:pt idx="11301">165</cx:pt>
          <cx:pt idx="11302">200</cx:pt>
          <cx:pt idx="11303">140</cx:pt>
          <cx:pt idx="11304">110</cx:pt>
          <cx:pt idx="11305">83</cx:pt>
          <cx:pt idx="11306">80</cx:pt>
          <cx:pt idx="11307">102</cx:pt>
          <cx:pt idx="11308">80</cx:pt>
          <cx:pt idx="11309">99</cx:pt>
          <cx:pt idx="11310">225</cx:pt>
          <cx:pt idx="11311">60</cx:pt>
          <cx:pt idx="11312">110</cx:pt>
          <cx:pt idx="11313">150</cx:pt>
          <cx:pt idx="11314">102</cx:pt>
          <cx:pt idx="11315">160</cx:pt>
          <cx:pt idx="11316">345</cx:pt>
          <cx:pt idx="11317">250</cx:pt>
          <cx:pt idx="11318">250</cx:pt>
          <cx:pt idx="11319">75</cx:pt>
          <cx:pt idx="11320">150</cx:pt>
          <cx:pt idx="11321">375</cx:pt>
          <cx:pt idx="11322">95</cx:pt>
          <cx:pt idx="11323">223</cx:pt>
          <cx:pt idx="11324">45</cx:pt>
          <cx:pt idx="11325">100</cx:pt>
          <cx:pt idx="11326">125</cx:pt>
          <cx:pt idx="11327">135</cx:pt>
          <cx:pt idx="11328">43</cx:pt>
          <cx:pt idx="11329">239</cx:pt>
          <cx:pt idx="11330">177</cx:pt>
          <cx:pt idx="11331">68</cx:pt>
          <cx:pt idx="11332">86</cx:pt>
          <cx:pt idx="11333">55</cx:pt>
          <cx:pt idx="11334">51</cx:pt>
          <cx:pt idx="11335">134</cx:pt>
          <cx:pt idx="11336">115</cx:pt>
          <cx:pt idx="11337">220</cx:pt>
          <cx:pt idx="11338">300</cx:pt>
          <cx:pt idx="11339">104</cx:pt>
          <cx:pt idx="11340">110</cx:pt>
          <cx:pt idx="11341">125</cx:pt>
          <cx:pt idx="11342">84</cx:pt>
          <cx:pt idx="11343">100</cx:pt>
          <cx:pt idx="11344">229</cx:pt>
          <cx:pt idx="11345">138</cx:pt>
          <cx:pt idx="11346">57</cx:pt>
          <cx:pt idx="11347">132</cx:pt>
          <cx:pt idx="11348">265</cx:pt>
          <cx:pt idx="11349">100</cx:pt>
          <cx:pt idx="11350">264</cx:pt>
          <cx:pt idx="11351">125</cx:pt>
          <cx:pt idx="11352">195</cx:pt>
          <cx:pt idx="11353">200</cx:pt>
          <cx:pt idx="11354">120</cx:pt>
          <cx:pt idx="11355">300</cx:pt>
          <cx:pt idx="11356">94</cx:pt>
          <cx:pt idx="11357">150</cx:pt>
          <cx:pt idx="11358">96</cx:pt>
          <cx:pt idx="11359">150</cx:pt>
          <cx:pt idx="11360">79</cx:pt>
          <cx:pt idx="11361">177</cx:pt>
          <cx:pt idx="11362">50</cx:pt>
          <cx:pt idx="11363">200</cx:pt>
          <cx:pt idx="11364">195</cx:pt>
          <cx:pt idx="11365">138</cx:pt>
          <cx:pt idx="11366">200</cx:pt>
          <cx:pt idx="11367">160</cx:pt>
          <cx:pt idx="11368">200</cx:pt>
          <cx:pt idx="11369">70</cx:pt>
          <cx:pt idx="11370">165</cx:pt>
          <cx:pt idx="11371">165</cx:pt>
          <cx:pt idx="11372">330</cx:pt>
          <cx:pt idx="11373">98</cx:pt>
          <cx:pt idx="11374">75</cx:pt>
          <cx:pt idx="11375">70</cx:pt>
          <cx:pt idx="11376">200</cx:pt>
          <cx:pt idx="11377">185</cx:pt>
          <cx:pt idx="11378">168</cx:pt>
          <cx:pt idx="11379">133</cx:pt>
          <cx:pt idx="11380">45</cx:pt>
          <cx:pt idx="11381">135</cx:pt>
          <cx:pt idx="11382">80</cx:pt>
          <cx:pt idx="11383">90</cx:pt>
          <cx:pt idx="11384">200</cx:pt>
          <cx:pt idx="11385">145</cx:pt>
          <cx:pt idx="11386">125</cx:pt>
          <cx:pt idx="11387">337</cx:pt>
          <cx:pt idx="11388">91</cx:pt>
          <cx:pt idx="11389">380</cx:pt>
          <cx:pt idx="11390">120</cx:pt>
          <cx:pt idx="11391">140</cx:pt>
          <cx:pt idx="11392">143</cx:pt>
          <cx:pt idx="11393">220</cx:pt>
          <cx:pt idx="11394">110</cx:pt>
          <cx:pt idx="11395">125</cx:pt>
          <cx:pt idx="11396">350</cx:pt>
          <cx:pt idx="11397">105</cx:pt>
          <cx:pt idx="11398">125</cx:pt>
          <cx:pt idx="11399">120</cx:pt>
          <cx:pt idx="11400">100</cx:pt>
          <cx:pt idx="11401">180</cx:pt>
          <cx:pt idx="11402">110</cx:pt>
          <cx:pt idx="11403">231</cx:pt>
          <cx:pt idx="11404">105</cx:pt>
          <cx:pt idx="11405">230</cx:pt>
          <cx:pt idx="11406">60</cx:pt>
          <cx:pt idx="11407">160</cx:pt>
          <cx:pt idx="11408">148</cx:pt>
          <cx:pt idx="11409">225</cx:pt>
          <cx:pt idx="11410">60</cx:pt>
          <cx:pt idx="11411">188</cx:pt>
          <cx:pt idx="11412">217</cx:pt>
          <cx:pt idx="11413">160</cx:pt>
          <cx:pt idx="11414">49</cx:pt>
          <cx:pt idx="11415">120</cx:pt>
          <cx:pt idx="11416">78</cx:pt>
          <cx:pt idx="11417">150</cx:pt>
          <cx:pt idx="11418">160</cx:pt>
          <cx:pt idx="11419">260</cx:pt>
          <cx:pt idx="11420">438</cx:pt>
          <cx:pt idx="11421">350</cx:pt>
          <cx:pt idx="11422">118</cx:pt>
          <cx:pt idx="11423">125</cx:pt>
          <cx:pt idx="11424">169</cx:pt>
          <cx:pt idx="11425">250</cx:pt>
          <cx:pt idx="11426">83</cx:pt>
          <cx:pt idx="11427">200</cx:pt>
          <cx:pt idx="11428">150</cx:pt>
          <cx:pt idx="11429">194</cx:pt>
          <cx:pt idx="11430">275</cx:pt>
          <cx:pt idx="11431">90</cx:pt>
          <cx:pt idx="11432">166</cx:pt>
          <cx:pt idx="11433">135</cx:pt>
          <cx:pt idx="11434">55</cx:pt>
          <cx:pt idx="11435">200</cx:pt>
          <cx:pt idx="11436">175</cx:pt>
          <cx:pt idx="11437">80</cx:pt>
          <cx:pt idx="11438">55</cx:pt>
          <cx:pt idx="11439">300</cx:pt>
          <cx:pt idx="11440">125</cx:pt>
          <cx:pt idx="11441">63</cx:pt>
          <cx:pt idx="11442">115</cx:pt>
          <cx:pt idx="11443">125</cx:pt>
          <cx:pt idx="11444">171</cx:pt>
          <cx:pt idx="11445">33</cx:pt>
          <cx:pt idx="11446">91</cx:pt>
          <cx:pt idx="11447">32</cx:pt>
          <cx:pt idx="11448">22</cx:pt>
          <cx:pt idx="11449">28</cx:pt>
          <cx:pt idx="11450">29</cx:pt>
          <cx:pt idx="11451">77</cx:pt>
          <cx:pt idx="11452">26</cx:pt>
          <cx:pt idx="11453">86</cx:pt>
          <cx:pt idx="11454">200</cx:pt>
          <cx:pt idx="11455">160</cx:pt>
          <cx:pt idx="11456">100</cx:pt>
          <cx:pt idx="11457">500</cx:pt>
          <cx:pt idx="11458">197</cx:pt>
          <cx:pt idx="11459">130</cx:pt>
          <cx:pt idx="11460">50</cx:pt>
          <cx:pt idx="11461">92</cx:pt>
          <cx:pt idx="11462">150</cx:pt>
          <cx:pt idx="11463">95</cx:pt>
          <cx:pt idx="11464">300</cx:pt>
          <cx:pt idx="11465">100</cx:pt>
          <cx:pt idx="11466">500</cx:pt>
          <cx:pt idx="11467">220</cx:pt>
          <cx:pt idx="11468">89</cx:pt>
          <cx:pt idx="11469">45</cx:pt>
          <cx:pt idx="11470">120</cx:pt>
          <cx:pt idx="11471">361</cx:pt>
          <cx:pt idx="11472">195</cx:pt>
          <cx:pt idx="11473">49</cx:pt>
          <cx:pt idx="11474">125</cx:pt>
          <cx:pt idx="11475">70</cx:pt>
          <cx:pt idx="11476">145</cx:pt>
          <cx:pt idx="11477">350</cx:pt>
          <cx:pt idx="11478">349</cx:pt>
          <cx:pt idx="11479">50</cx:pt>
          <cx:pt idx="11480">250</cx:pt>
          <cx:pt idx="11481">100</cx:pt>
          <cx:pt idx="11482">119</cx:pt>
          <cx:pt idx="11483">105</cx:pt>
          <cx:pt idx="11484">200</cx:pt>
          <cx:pt idx="11485">130</cx:pt>
          <cx:pt idx="11486">60</cx:pt>
          <cx:pt idx="11487">82</cx:pt>
          <cx:pt idx="11488">160</cx:pt>
          <cx:pt idx="11489">125</cx:pt>
          <cx:pt idx="11490">150</cx:pt>
          <cx:pt idx="11491">68</cx:pt>
          <cx:pt idx="11492">250</cx:pt>
          <cx:pt idx="11493">100</cx:pt>
          <cx:pt idx="11494">200</cx:pt>
          <cx:pt idx="11495">114</cx:pt>
          <cx:pt idx="11496">125</cx:pt>
          <cx:pt idx="11497">80</cx:pt>
          <cx:pt idx="11498">350</cx:pt>
          <cx:pt idx="11499">70</cx:pt>
          <cx:pt idx="11500">180</cx:pt>
          <cx:pt idx="11501">425</cx:pt>
          <cx:pt idx="11502">135</cx:pt>
          <cx:pt idx="11503">100</cx:pt>
          <cx:pt idx="11504">70</cx:pt>
          <cx:pt idx="11505">150</cx:pt>
          <cx:pt idx="11506">238</cx:pt>
          <cx:pt idx="11507">139</cx:pt>
          <cx:pt idx="11508">239</cx:pt>
          <cx:pt idx="11509">180</cx:pt>
          <cx:pt idx="11510">239</cx:pt>
          <cx:pt idx="11511">251</cx:pt>
          <cx:pt idx="11512">244</cx:pt>
          <cx:pt idx="11513">239</cx:pt>
          <cx:pt idx="11514">319</cx:pt>
          <cx:pt idx="11515">323</cx:pt>
          <cx:pt idx="11516">206</cx:pt>
          <cx:pt idx="11517">339</cx:pt>
          <cx:pt idx="11518">439</cx:pt>
          <cx:pt idx="11519">359</cx:pt>
          <cx:pt idx="11520">306</cx:pt>
          <cx:pt idx="11521">100</cx:pt>
          <cx:pt idx="11522">80</cx:pt>
          <cx:pt idx="11523">155</cx:pt>
          <cx:pt idx="11524">225</cx:pt>
          <cx:pt idx="11525">80</cx:pt>
          <cx:pt idx="11526">64</cx:pt>
          <cx:pt idx="11527">65</cx:pt>
          <cx:pt idx="11528">161</cx:pt>
          <cx:pt idx="11529">55</cx:pt>
          <cx:pt idx="11530">158</cx:pt>
          <cx:pt idx="11531">89</cx:pt>
          <cx:pt idx="11532">150</cx:pt>
          <cx:pt idx="11533">60</cx:pt>
          <cx:pt idx="11534">240</cx:pt>
          <cx:pt idx="11535">266</cx:pt>
          <cx:pt idx="11536">111</cx:pt>
          <cx:pt idx="11537">60</cx:pt>
          <cx:pt idx="11538">160</cx:pt>
          <cx:pt idx="11539">200</cx:pt>
          <cx:pt idx="11540">77</cx:pt>
          <cx:pt idx="11541">132</cx:pt>
          <cx:pt idx="11542">200</cx:pt>
          <cx:pt idx="11543">100</cx:pt>
          <cx:pt idx="11544">160</cx:pt>
          <cx:pt idx="11545">80</cx:pt>
          <cx:pt idx="11546">239</cx:pt>
          <cx:pt idx="11547">149</cx:pt>
          <cx:pt idx="11548">179</cx:pt>
          <cx:pt idx="11549">210</cx:pt>
          <cx:pt idx="11550">250</cx:pt>
          <cx:pt idx="11551">199</cx:pt>
          <cx:pt idx="11552">211</cx:pt>
          <cx:pt idx="11553">250</cx:pt>
          <cx:pt idx="11554">175</cx:pt>
          <cx:pt idx="11555">130</cx:pt>
          <cx:pt idx="11556">153</cx:pt>
          <cx:pt idx="11557">140</cx:pt>
          <cx:pt idx="11558">210</cx:pt>
          <cx:pt idx="11559">275</cx:pt>
          <cx:pt idx="11560">220</cx:pt>
          <cx:pt idx="11561">199</cx:pt>
          <cx:pt idx="11562">160</cx:pt>
          <cx:pt idx="11563">285</cx:pt>
          <cx:pt idx="11564">325</cx:pt>
          <cx:pt idx="11565">200</cx:pt>
          <cx:pt idx="11566">150</cx:pt>
          <cx:pt idx="11567">150</cx:pt>
          <cx:pt idx="11568">78</cx:pt>
          <cx:pt idx="11569">69</cx:pt>
          <cx:pt idx="11570">69</cx:pt>
          <cx:pt idx="11571">215</cx:pt>
          <cx:pt idx="11572">195</cx:pt>
          <cx:pt idx="11573">181</cx:pt>
          <cx:pt idx="11574">130</cx:pt>
          <cx:pt idx="11575">75</cx:pt>
          <cx:pt idx="11576">64</cx:pt>
          <cx:pt idx="11577">175</cx:pt>
          <cx:pt idx="11578">109</cx:pt>
          <cx:pt idx="11579">158</cx:pt>
          <cx:pt idx="11580">490</cx:pt>
          <cx:pt idx="11581">150</cx:pt>
          <cx:pt idx="11582">265</cx:pt>
          <cx:pt idx="11583">65</cx:pt>
          <cx:pt idx="11584">100</cx:pt>
          <cx:pt idx="11585">150</cx:pt>
          <cx:pt idx="11586">125</cx:pt>
          <cx:pt idx="11587">230</cx:pt>
          <cx:pt idx="11588">200</cx:pt>
          <cx:pt idx="11589">100</cx:pt>
          <cx:pt idx="11590">26</cx:pt>
          <cx:pt idx="11591">29</cx:pt>
          <cx:pt idx="11592">27</cx:pt>
          <cx:pt idx="11593">26</cx:pt>
          <cx:pt idx="11594">28</cx:pt>
          <cx:pt idx="11595">29</cx:pt>
          <cx:pt idx="11596">28</cx:pt>
          <cx:pt idx="11597">58</cx:pt>
          <cx:pt idx="11598">74</cx:pt>
          <cx:pt idx="11599">140</cx:pt>
          <cx:pt idx="11600">75</cx:pt>
          <cx:pt idx="11601">28</cx:pt>
          <cx:pt idx="11602">135</cx:pt>
          <cx:pt idx="11603">137</cx:pt>
          <cx:pt idx="11604">129</cx:pt>
          <cx:pt idx="11605">165</cx:pt>
          <cx:pt idx="11606">50</cx:pt>
          <cx:pt idx="11607">170</cx:pt>
          <cx:pt idx="11608">140</cx:pt>
          <cx:pt idx="11609">140</cx:pt>
          <cx:pt idx="11610">80</cx:pt>
          <cx:pt idx="11611">157</cx:pt>
          <cx:pt idx="11612">150</cx:pt>
          <cx:pt idx="11613">64</cx:pt>
          <cx:pt idx="11614">218</cx:pt>
          <cx:pt idx="11615">135</cx:pt>
          <cx:pt idx="11616">187</cx:pt>
          <cx:pt idx="11617">170</cx:pt>
          <cx:pt idx="11618">250</cx:pt>
          <cx:pt idx="11619">153</cx:pt>
          <cx:pt idx="11620">110</cx:pt>
          <cx:pt idx="11621">45</cx:pt>
          <cx:pt idx="11622">120</cx:pt>
          <cx:pt idx="11623">120</cx:pt>
          <cx:pt idx="11624">115</cx:pt>
          <cx:pt idx="11625">120</cx:pt>
          <cx:pt idx="11626">214</cx:pt>
          <cx:pt idx="11627">225</cx:pt>
          <cx:pt idx="11628">160</cx:pt>
          <cx:pt idx="11629">149</cx:pt>
          <cx:pt idx="11630">70</cx:pt>
          <cx:pt idx="11631">293</cx:pt>
          <cx:pt idx="11632">100</cx:pt>
          <cx:pt idx="11633">200</cx:pt>
          <cx:pt idx="11634">75</cx:pt>
          <cx:pt idx="11635">158</cx:pt>
          <cx:pt idx="11636">250</cx:pt>
          <cx:pt idx="11637">140</cx:pt>
          <cx:pt idx="11638">250</cx:pt>
          <cx:pt idx="11639">90</cx:pt>
          <cx:pt idx="11640">129</cx:pt>
          <cx:pt idx="11641">250</cx:pt>
          <cx:pt idx="11642">155</cx:pt>
          <cx:pt idx="11643">180</cx:pt>
          <cx:pt idx="11644">206</cx:pt>
          <cx:pt idx="11645">115</cx:pt>
          <cx:pt idx="11646">375</cx:pt>
          <cx:pt idx="11647">42</cx:pt>
          <cx:pt idx="11648">500</cx:pt>
          <cx:pt idx="11649">300</cx:pt>
          <cx:pt idx="11650">160</cx:pt>
          <cx:pt idx="11651">75</cx:pt>
          <cx:pt idx="11652">95</cx:pt>
          <cx:pt idx="11653">124</cx:pt>
          <cx:pt idx="11654">100</cx:pt>
          <cx:pt idx="11655">90</cx:pt>
          <cx:pt idx="11656">150</cx:pt>
          <cx:pt idx="11657">100</cx:pt>
          <cx:pt idx="11658">130</cx:pt>
          <cx:pt idx="11659">150</cx:pt>
          <cx:pt idx="11660">110</cx:pt>
          <cx:pt idx="11661">83</cx:pt>
          <cx:pt idx="11662">130</cx:pt>
          <cx:pt idx="11663">200</cx:pt>
          <cx:pt idx="11664">99</cx:pt>
          <cx:pt idx="11665">50</cx:pt>
          <cx:pt idx="11666">120</cx:pt>
          <cx:pt idx="11667">114</cx:pt>
          <cx:pt idx="11668">146</cx:pt>
          <cx:pt idx="11669">212</cx:pt>
          <cx:pt idx="11670">150</cx:pt>
          <cx:pt idx="11671">199</cx:pt>
          <cx:pt idx="11672">60</cx:pt>
          <cx:pt idx="11673">200</cx:pt>
          <cx:pt idx="11674">143</cx:pt>
          <cx:pt idx="11675">111</cx:pt>
          <cx:pt idx="11676">75</cx:pt>
          <cx:pt idx="11677">95</cx:pt>
          <cx:pt idx="11678">300</cx:pt>
          <cx:pt idx="11679">435</cx:pt>
          <cx:pt idx="11680">133</cx:pt>
          <cx:pt idx="11681">48</cx:pt>
          <cx:pt idx="11682">120</cx:pt>
          <cx:pt idx="11683">206</cx:pt>
          <cx:pt idx="11684">110</cx:pt>
          <cx:pt idx="11685">180</cx:pt>
          <cx:pt idx="11686">160</cx:pt>
          <cx:pt idx="11687">125</cx:pt>
          <cx:pt idx="11688">499</cx:pt>
          <cx:pt idx="11689">133</cx:pt>
          <cx:pt idx="11690">148</cx:pt>
          <cx:pt idx="11691">86</cx:pt>
          <cx:pt idx="11692">125</cx:pt>
          <cx:pt idx="11693">120</cx:pt>
          <cx:pt idx="11694">150</cx:pt>
          <cx:pt idx="11695">220</cx:pt>
          <cx:pt idx="11696">80</cx:pt>
          <cx:pt idx="11697">468</cx:pt>
          <cx:pt idx="11698">228</cx:pt>
          <cx:pt idx="11699">150</cx:pt>
          <cx:pt idx="11700">199</cx:pt>
          <cx:pt idx="11701">66</cx:pt>
          <cx:pt idx="11702">120</cx:pt>
          <cx:pt idx="11703">85</cx:pt>
          <cx:pt idx="11704">200</cx:pt>
          <cx:pt idx="11705">269</cx:pt>
          <cx:pt idx="11706">180</cx:pt>
          <cx:pt idx="11707">137</cx:pt>
          <cx:pt idx="11708">135</cx:pt>
          <cx:pt idx="11709">90</cx:pt>
          <cx:pt idx="11710">164</cx:pt>
          <cx:pt idx="11711">209</cx:pt>
          <cx:pt idx="11712">70</cx:pt>
          <cx:pt idx="11713">120</cx:pt>
          <cx:pt idx="11714">80</cx:pt>
          <cx:pt idx="11715">200</cx:pt>
          <cx:pt idx="11716">192</cx:pt>
          <cx:pt idx="11717">150</cx:pt>
          <cx:pt idx="11718">126</cx:pt>
          <cx:pt idx="11719">120</cx:pt>
          <cx:pt idx="11720">230</cx:pt>
          <cx:pt idx="11721">150</cx:pt>
          <cx:pt idx="11722">90</cx:pt>
          <cx:pt idx="11723">195</cx:pt>
          <cx:pt idx="11724">200</cx:pt>
          <cx:pt idx="11725">195</cx:pt>
          <cx:pt idx="11726">140</cx:pt>
          <cx:pt idx="11727">75</cx:pt>
          <cx:pt idx="11728">300</cx:pt>
          <cx:pt idx="11729">55</cx:pt>
          <cx:pt idx="11730">200</cx:pt>
          <cx:pt idx="11731">160</cx:pt>
          <cx:pt idx="11732">176</cx:pt>
          <cx:pt idx="11733">250</cx:pt>
          <cx:pt idx="11734">110</cx:pt>
          <cx:pt idx="11735">245</cx:pt>
          <cx:pt idx="11736">175</cx:pt>
          <cx:pt idx="11737">399</cx:pt>
          <cx:pt idx="11738">290</cx:pt>
          <cx:pt idx="11739">75</cx:pt>
          <cx:pt idx="11740">100</cx:pt>
          <cx:pt idx="11741">175</cx:pt>
          <cx:pt idx="11742">175</cx:pt>
          <cx:pt idx="11743">91</cx:pt>
          <cx:pt idx="11744">52</cx:pt>
          <cx:pt idx="11745">228</cx:pt>
          <cx:pt idx="11746">500</cx:pt>
          <cx:pt idx="11747">185</cx:pt>
          <cx:pt idx="11748">149</cx:pt>
          <cx:pt idx="11749">235</cx:pt>
          <cx:pt idx="11750">139</cx:pt>
          <cx:pt idx="11751">132</cx:pt>
          <cx:pt idx="11752">47</cx:pt>
          <cx:pt idx="11753">83</cx:pt>
          <cx:pt idx="11754">200</cx:pt>
          <cx:pt idx="11755">100</cx:pt>
          <cx:pt idx="11756">160</cx:pt>
          <cx:pt idx="11757">399</cx:pt>
          <cx:pt idx="11758">114</cx:pt>
          <cx:pt idx="11759">175</cx:pt>
          <cx:pt idx="11760">162</cx:pt>
          <cx:pt idx="11761">357</cx:pt>
          <cx:pt idx="11762">250</cx:pt>
          <cx:pt idx="11763">192</cx:pt>
          <cx:pt idx="11764">120</cx:pt>
          <cx:pt idx="11765">155</cx:pt>
          <cx:pt idx="11766">177</cx:pt>
          <cx:pt idx="11767">188</cx:pt>
          <cx:pt idx="11768">188</cx:pt>
          <cx:pt idx="11769">225</cx:pt>
          <cx:pt idx="11770">96</cx:pt>
          <cx:pt idx="11771">100</cx:pt>
          <cx:pt idx="11772">150</cx:pt>
          <cx:pt idx="11773">236</cx:pt>
          <cx:pt idx="11774">164</cx:pt>
          <cx:pt idx="11775">186</cx:pt>
          <cx:pt idx="11776">298</cx:pt>
          <cx:pt idx="11777">154</cx:pt>
          <cx:pt idx="11778">130</cx:pt>
          <cx:pt idx="11779">169</cx:pt>
          <cx:pt idx="11780">116</cx:pt>
          <cx:pt idx="11781">150</cx:pt>
          <cx:pt idx="11782">300</cx:pt>
          <cx:pt idx="11783">110</cx:pt>
          <cx:pt idx="11784">186</cx:pt>
          <cx:pt idx="11785">200</cx:pt>
          <cx:pt idx="11786">275</cx:pt>
          <cx:pt idx="11787">140</cx:pt>
          <cx:pt idx="11788">175</cx:pt>
          <cx:pt idx="11789">169</cx:pt>
          <cx:pt idx="11790">140</cx:pt>
          <cx:pt idx="11791">160</cx:pt>
          <cx:pt idx="11792">175</cx:pt>
          <cx:pt idx="11793">100</cx:pt>
          <cx:pt idx="11794">210</cx:pt>
          <cx:pt idx="11795">139</cx:pt>
          <cx:pt idx="11796">195</cx:pt>
          <cx:pt idx="11797">105</cx:pt>
          <cx:pt idx="11798">76</cx:pt>
          <cx:pt idx="11799">88</cx:pt>
          <cx:pt idx="11800">55</cx:pt>
          <cx:pt idx="11801">150</cx:pt>
          <cx:pt idx="11802">200</cx:pt>
          <cx:pt idx="11803">135</cx:pt>
          <cx:pt idx="11804">129</cx:pt>
          <cx:pt idx="11805">120</cx:pt>
          <cx:pt idx="11806">80</cx:pt>
          <cx:pt idx="11807">225</cx:pt>
          <cx:pt idx="11808">150</cx:pt>
          <cx:pt idx="11809">125</cx:pt>
          <cx:pt idx="11810">200</cx:pt>
          <cx:pt idx="11811">102</cx:pt>
          <cx:pt idx="11812">295</cx:pt>
          <cx:pt idx="11813">89</cx:pt>
          <cx:pt idx="11814">50</cx:pt>
          <cx:pt idx="11815">213</cx:pt>
          <cx:pt idx="11816">49</cx:pt>
          <cx:pt idx="11817">70</cx:pt>
          <cx:pt idx="11818">120</cx:pt>
          <cx:pt idx="11819">250</cx:pt>
          <cx:pt idx="11820">250</cx:pt>
          <cx:pt idx="11821">69</cx:pt>
          <cx:pt idx="11822">129</cx:pt>
          <cx:pt idx="11823">400</cx:pt>
          <cx:pt idx="11824">270</cx:pt>
          <cx:pt idx="11825">150</cx:pt>
          <cx:pt idx="11826">150</cx:pt>
          <cx:pt idx="11827">105</cx:pt>
          <cx:pt idx="11828">300</cx:pt>
          <cx:pt idx="11829">120</cx:pt>
          <cx:pt idx="11830">59</cx:pt>
          <cx:pt idx="11831">195</cx:pt>
          <cx:pt idx="11832">149</cx:pt>
          <cx:pt idx="11833">129</cx:pt>
          <cx:pt idx="11834">275</cx:pt>
          <cx:pt idx="11835">138</cx:pt>
          <cx:pt idx="11836">275</cx:pt>
          <cx:pt idx="11837">175</cx:pt>
          <cx:pt idx="11838">212</cx:pt>
          <cx:pt idx="11839">182</cx:pt>
          <cx:pt idx="11840">74</cx:pt>
          <cx:pt idx="11841">74</cx:pt>
          <cx:pt idx="11842">74</cx:pt>
          <cx:pt idx="11843">86</cx:pt>
          <cx:pt idx="11844">198</cx:pt>
          <cx:pt idx="11845">175</cx:pt>
          <cx:pt idx="11846">450</cx:pt>
          <cx:pt idx="11847">90</cx:pt>
          <cx:pt idx="11848">175</cx:pt>
          <cx:pt idx="11849">55</cx:pt>
          <cx:pt idx="11850">75</cx:pt>
          <cx:pt idx="11851">200</cx:pt>
          <cx:pt idx="11852">200</cx:pt>
          <cx:pt idx="11853">150</cx:pt>
          <cx:pt idx="11854">209</cx:pt>
          <cx:pt idx="11855">200</cx:pt>
          <cx:pt idx="11856">175</cx:pt>
          <cx:pt idx="11857">200</cx:pt>
          <cx:pt idx="11858">150</cx:pt>
          <cx:pt idx="11859">80</cx:pt>
          <cx:pt idx="11860">100</cx:pt>
          <cx:pt idx="11861">100</cx:pt>
          <cx:pt idx="11862">180</cx:pt>
          <cx:pt idx="11863">90</cx:pt>
          <cx:pt idx="11864">100</cx:pt>
          <cx:pt idx="11865">120</cx:pt>
          <cx:pt idx="11866">43</cx:pt>
          <cx:pt idx="11867">100</cx:pt>
          <cx:pt idx="11868">119</cx:pt>
          <cx:pt idx="11869">125</cx:pt>
          <cx:pt idx="11870">150</cx:pt>
          <cx:pt idx="11871">399</cx:pt>
          <cx:pt idx="11872">300</cx:pt>
          <cx:pt idx="11873">500</cx:pt>
          <cx:pt idx="11874">169</cx:pt>
          <cx:pt idx="11875">100</cx:pt>
          <cx:pt idx="11876">130</cx:pt>
          <cx:pt idx="11877">350</cx:pt>
          <cx:pt idx="11878">185</cx:pt>
          <cx:pt idx="11879">125</cx:pt>
          <cx:pt idx="11880">120</cx:pt>
          <cx:pt idx="11881">413</cx:pt>
          <cx:pt idx="11882">200</cx:pt>
          <cx:pt idx="11883">200</cx:pt>
          <cx:pt idx="11884">160</cx:pt>
          <cx:pt idx="11885">160</cx:pt>
          <cx:pt idx="11886">169</cx:pt>
          <cx:pt idx="11887">60</cx:pt>
          <cx:pt idx="11888">89</cx:pt>
          <cx:pt idx="11889">118</cx:pt>
          <cx:pt idx="11890">118</cx:pt>
          <cx:pt idx="11891">65</cx:pt>
          <cx:pt idx="11892">41</cx:pt>
          <cx:pt idx="11893">199</cx:pt>
          <cx:pt idx="11894">200</cx:pt>
          <cx:pt idx="11895">155</cx:pt>
          <cx:pt idx="11896">87</cx:pt>
          <cx:pt idx="11897">156</cx:pt>
          <cx:pt idx="11898">220</cx:pt>
          <cx:pt idx="11899">280</cx:pt>
          <cx:pt idx="11900">120</cx:pt>
          <cx:pt idx="11901">145</cx:pt>
          <cx:pt idx="11902">95</cx:pt>
          <cx:pt idx="11903">250</cx:pt>
          <cx:pt idx="11904">450</cx:pt>
          <cx:pt idx="11905">100</cx:pt>
          <cx:pt idx="11906">140</cx:pt>
          <cx:pt idx="11907">159</cx:pt>
          <cx:pt idx="11908">200</cx:pt>
          <cx:pt idx="11909">55</cx:pt>
          <cx:pt idx="11910">495</cx:pt>
          <cx:pt idx="11911">250</cx:pt>
          <cx:pt idx="11912">189</cx:pt>
          <cx:pt idx="11913">230</cx:pt>
          <cx:pt idx="11914">330</cx:pt>
          <cx:pt idx="11915">400</cx:pt>
          <cx:pt idx="11916">150</cx:pt>
          <cx:pt idx="11917">114</cx:pt>
          <cx:pt idx="11918">135</cx:pt>
          <cx:pt idx="11919">120</cx:pt>
          <cx:pt idx="11920">150</cx:pt>
          <cx:pt idx="11921">65</cx:pt>
          <cx:pt idx="11922">55</cx:pt>
          <cx:pt idx="11923">90</cx:pt>
          <cx:pt idx="11924">98</cx:pt>
          <cx:pt idx="11925">125</cx:pt>
          <cx:pt idx="11926">125</cx:pt>
          <cx:pt idx="11927">250</cx:pt>
          <cx:pt idx="11928">170</cx:pt>
          <cx:pt idx="11929">129</cx:pt>
          <cx:pt idx="11930">83</cx:pt>
          <cx:pt idx="11931">250</cx:pt>
          <cx:pt idx="11932">150</cx:pt>
          <cx:pt idx="11933">200</cx:pt>
          <cx:pt idx="11934">150</cx:pt>
          <cx:pt idx="11935">130</cx:pt>
          <cx:pt idx="11936">95</cx:pt>
          <cx:pt idx="11937">75</cx:pt>
          <cx:pt idx="11938">50</cx:pt>
          <cx:pt idx="11939">220</cx:pt>
          <cx:pt idx="11940">199</cx:pt>
          <cx:pt idx="11941">126</cx:pt>
          <cx:pt idx="11942">200</cx:pt>
          <cx:pt idx="11943">200</cx:pt>
          <cx:pt idx="11944">275</cx:pt>
          <cx:pt idx="11945">80</cx:pt>
          <cx:pt idx="11946">55</cx:pt>
          <cx:pt idx="11947">140</cx:pt>
          <cx:pt idx="11948">229</cx:pt>
          <cx:pt idx="11949">150</cx:pt>
          <cx:pt idx="11950">129</cx:pt>
          <cx:pt idx="11951">175</cx:pt>
          <cx:pt idx="11952">159</cx:pt>
          <cx:pt idx="11953">150</cx:pt>
          <cx:pt idx="11954">235</cx:pt>
          <cx:pt idx="11955">99</cx:pt>
          <cx:pt idx="11956">60</cx:pt>
          <cx:pt idx="11957">175</cx:pt>
          <cx:pt idx="11958">135</cx:pt>
          <cx:pt idx="11959">261</cx:pt>
          <cx:pt idx="11960">83</cx:pt>
          <cx:pt idx="11961">135</cx:pt>
          <cx:pt idx="11962">150</cx:pt>
          <cx:pt idx="11963">153</cx:pt>
          <cx:pt idx="11964">180</cx:pt>
          <cx:pt idx="11965">139</cx:pt>
          <cx:pt idx="11966">120</cx:pt>
          <cx:pt idx="11967">70</cx:pt>
          <cx:pt idx="11968">240</cx:pt>
          <cx:pt idx="11969">199</cx:pt>
          <cx:pt idx="11970">95</cx:pt>
          <cx:pt idx="11971">100</cx:pt>
          <cx:pt idx="11972">80</cx:pt>
          <cx:pt idx="11973">200</cx:pt>
          <cx:pt idx="11974">225</cx:pt>
          <cx:pt idx="11975">200</cx:pt>
          <cx:pt idx="11976">80</cx:pt>
          <cx:pt idx="11977">200</cx:pt>
          <cx:pt idx="11978">90</cx:pt>
          <cx:pt idx="11979">275</cx:pt>
          <cx:pt idx="11980">199</cx:pt>
          <cx:pt idx="11981">65</cx:pt>
          <cx:pt idx="11982">150</cx:pt>
          <cx:pt idx="11983">65</cx:pt>
          <cx:pt idx="11984">106</cx:pt>
          <cx:pt idx="11985">200</cx:pt>
          <cx:pt idx="11986">87</cx:pt>
          <cx:pt idx="11987">160</cx:pt>
          <cx:pt idx="11988">225</cx:pt>
          <cx:pt idx="11989">195</cx:pt>
          <cx:pt idx="11990">130</cx:pt>
          <cx:pt idx="11991">29</cx:pt>
          <cx:pt idx="11992">171</cx:pt>
          <cx:pt idx="11993">120</cx:pt>
          <cx:pt idx="11994">125</cx:pt>
          <cx:pt idx="11995">425</cx:pt>
          <cx:pt idx="11996">149</cx:pt>
          <cx:pt idx="11997">256</cx:pt>
          <cx:pt idx="11998">220</cx:pt>
          <cx:pt idx="11999">134</cx:pt>
          <cx:pt idx="12000">169</cx:pt>
          <cx:pt idx="12001">400</cx:pt>
          <cx:pt idx="12002">140</cx:pt>
          <cx:pt idx="12003">115</cx:pt>
          <cx:pt idx="12004">190</cx:pt>
          <cx:pt idx="12005">180</cx:pt>
          <cx:pt idx="12006">93</cx:pt>
          <cx:pt idx="12007">160</cx:pt>
          <cx:pt idx="12008">182</cx:pt>
          <cx:pt idx="12009">150</cx:pt>
          <cx:pt idx="12010">325</cx:pt>
          <cx:pt idx="12011">135</cx:pt>
          <cx:pt idx="12012">40</cx:pt>
          <cx:pt idx="12013">200</cx:pt>
          <cx:pt idx="12014">134</cx:pt>
          <cx:pt idx="12015">150</cx:pt>
          <cx:pt idx="12016">150</cx:pt>
          <cx:pt idx="12017">284</cx:pt>
          <cx:pt idx="12018">225</cx:pt>
          <cx:pt idx="12019">150</cx:pt>
          <cx:pt idx="12020">145</cx:pt>
          <cx:pt idx="12021">322</cx:pt>
          <cx:pt idx="12022">120</cx:pt>
          <cx:pt idx="12023">70</cx:pt>
          <cx:pt idx="12024">150</cx:pt>
          <cx:pt idx="12025">130</cx:pt>
          <cx:pt idx="12026">200</cx:pt>
          <cx:pt idx="12027">149</cx:pt>
          <cx:pt idx="12028">60</cx:pt>
          <cx:pt idx="12029">150</cx:pt>
          <cx:pt idx="12030">98</cx:pt>
          <cx:pt idx="12031">213</cx:pt>
          <cx:pt idx="12032">329</cx:pt>
          <cx:pt idx="12033">145</cx:pt>
          <cx:pt idx="12034">149</cx:pt>
          <cx:pt idx="12035">120</cx:pt>
          <cx:pt idx="12036">179</cx:pt>
          <cx:pt idx="12037">180</cx:pt>
          <cx:pt idx="12038">150</cx:pt>
          <cx:pt idx="12039">137</cx:pt>
          <cx:pt idx="12040">85</cx:pt>
          <cx:pt idx="12041">300</cx:pt>
          <cx:pt idx="12042">157</cx:pt>
          <cx:pt idx="12043">125</cx:pt>
          <cx:pt idx="12044">199</cx:pt>
          <cx:pt idx="12045">135</cx:pt>
          <cx:pt idx="12046">139</cx:pt>
          <cx:pt idx="12047">95</cx:pt>
          <cx:pt idx="12048">178</cx:pt>
          <cx:pt idx="12049">250</cx:pt>
          <cx:pt idx="12050">350</cx:pt>
          <cx:pt idx="12051">110</cx:pt>
          <cx:pt idx="12052">350</cx:pt>
          <cx:pt idx="12053">225</cx:pt>
          <cx:pt idx="12054">232</cx:pt>
          <cx:pt idx="12055">150</cx:pt>
          <cx:pt idx="12056">120</cx:pt>
          <cx:pt idx="12057">127</cx:pt>
          <cx:pt idx="12058">210</cx:pt>
          <cx:pt idx="12059">130</cx:pt>
          <cx:pt idx="12060">160</cx:pt>
          <cx:pt idx="12061">150</cx:pt>
          <cx:pt idx="12062">155</cx:pt>
          <cx:pt idx="12063">147</cx:pt>
          <cx:pt idx="12064">127</cx:pt>
          <cx:pt idx="12065">139</cx:pt>
          <cx:pt idx="12066">88</cx:pt>
          <cx:pt idx="12067">158</cx:pt>
          <cx:pt idx="12068">150</cx:pt>
          <cx:pt idx="12069">250</cx:pt>
          <cx:pt idx="12070">100</cx:pt>
          <cx:pt idx="12071">149</cx:pt>
          <cx:pt idx="12072">120</cx:pt>
          <cx:pt idx="12073">110</cx:pt>
          <cx:pt idx="12074">79</cx:pt>
          <cx:pt idx="12075">175</cx:pt>
          <cx:pt idx="12076">329</cx:pt>
          <cx:pt idx="12077">300</cx:pt>
          <cx:pt idx="12078">50</cx:pt>
          <cx:pt idx="12079">225</cx:pt>
          <cx:pt idx="12080">150</cx:pt>
          <cx:pt idx="12081">167</cx:pt>
          <cx:pt idx="12082">110</cx:pt>
          <cx:pt idx="12083">130</cx:pt>
          <cx:pt idx="12084">109</cx:pt>
          <cx:pt idx="12085">142</cx:pt>
          <cx:pt idx="12086">124</cx:pt>
          <cx:pt idx="12087">120</cx:pt>
          <cx:pt idx="12088">140</cx:pt>
          <cx:pt idx="12089">500</cx:pt>
          <cx:pt idx="12090">145</cx:pt>
          <cx:pt idx="12091">130</cx:pt>
          <cx:pt idx="12092">80</cx:pt>
          <cx:pt idx="12093">300</cx:pt>
          <cx:pt idx="12094">95</cx:pt>
          <cx:pt idx="12095">50</cx:pt>
          <cx:pt idx="12096">395</cx:pt>
          <cx:pt idx="12097">400</cx:pt>
          <cx:pt idx="12098">200</cx:pt>
          <cx:pt idx="12099">299</cx:pt>
          <cx:pt idx="12100">200</cx:pt>
          <cx:pt idx="12101">200</cx:pt>
          <cx:pt idx="12102">50</cx:pt>
          <cx:pt idx="12103">341</cx:pt>
          <cx:pt idx="12104">80</cx:pt>
          <cx:pt idx="12105">114</cx:pt>
          <cx:pt idx="12106">150</cx:pt>
          <cx:pt idx="12107">250</cx:pt>
          <cx:pt idx="12108">151</cx:pt>
          <cx:pt idx="12109">180</cx:pt>
          <cx:pt idx="12110">200</cx:pt>
          <cx:pt idx="12111">85</cx:pt>
          <cx:pt idx="12112">235</cx:pt>
          <cx:pt idx="12113">195</cx:pt>
          <cx:pt idx="12114">400</cx:pt>
          <cx:pt idx="12115">500</cx:pt>
          <cx:pt idx="12116">119</cx:pt>
          <cx:pt idx="12117">189</cx:pt>
          <cx:pt idx="12118">230</cx:pt>
          <cx:pt idx="12119">90</cx:pt>
          <cx:pt idx="12120">110</cx:pt>
          <cx:pt idx="12121">230</cx:pt>
          <cx:pt idx="12122">231</cx:pt>
          <cx:pt idx="12123">48</cx:pt>
          <cx:pt idx="12124">80</cx:pt>
          <cx:pt idx="12125">102</cx:pt>
          <cx:pt idx="12126">140</cx:pt>
          <cx:pt idx="12127">194</cx:pt>
          <cx:pt idx="12128">225</cx:pt>
          <cx:pt idx="12129">120</cx:pt>
          <cx:pt idx="12130">109</cx:pt>
          <cx:pt idx="12131">80</cx:pt>
          <cx:pt idx="12132">420</cx:pt>
          <cx:pt idx="12133">111</cx:pt>
          <cx:pt idx="12134">90</cx:pt>
          <cx:pt idx="12135">130</cx:pt>
          <cx:pt idx="12136">175</cx:pt>
          <cx:pt idx="12137">180</cx:pt>
          <cx:pt idx="12138">200</cx:pt>
          <cx:pt idx="12139">200</cx:pt>
          <cx:pt idx="12140">145</cx:pt>
          <cx:pt idx="12141">107</cx:pt>
          <cx:pt idx="12142">215</cx:pt>
          <cx:pt idx="12143">90</cx:pt>
          <cx:pt idx="12144">127</cx:pt>
          <cx:pt idx="12145">50</cx:pt>
          <cx:pt idx="12146">120</cx:pt>
          <cx:pt idx="12147">165</cx:pt>
          <cx:pt idx="12148">144</cx:pt>
          <cx:pt idx="12149">140</cx:pt>
          <cx:pt idx="12150">70</cx:pt>
          <cx:pt idx="12151">90</cx:pt>
          <cx:pt idx="12152">112</cx:pt>
          <cx:pt idx="12153">199</cx:pt>
          <cx:pt idx="12154">185</cx:pt>
          <cx:pt idx="12155">229</cx:pt>
          <cx:pt idx="12156">130</cx:pt>
          <cx:pt idx="12157">180</cx:pt>
          <cx:pt idx="12158">168</cx:pt>
          <cx:pt idx="12159">195</cx:pt>
          <cx:pt idx="12160">80</cx:pt>
          <cx:pt idx="12161">184</cx:pt>
          <cx:pt idx="12162">183</cx:pt>
          <cx:pt idx="12163">60</cx:pt>
          <cx:pt idx="12164">343</cx:pt>
          <cx:pt idx="12165">329</cx:pt>
          <cx:pt idx="12166">100</cx:pt>
          <cx:pt idx="12167">80</cx:pt>
          <cx:pt idx="12168">104</cx:pt>
          <cx:pt idx="12169">65</cx:pt>
          <cx:pt idx="12170">143</cx:pt>
          <cx:pt idx="12171">98</cx:pt>
          <cx:pt idx="12172">139</cx:pt>
          <cx:pt idx="12173">395</cx:pt>
          <cx:pt idx="12174">163</cx:pt>
          <cx:pt idx="12175">229</cx:pt>
          <cx:pt idx="12176">250</cx:pt>
          <cx:pt idx="12177">98</cx:pt>
          <cx:pt idx="12178">69</cx:pt>
          <cx:pt idx="12179">95</cx:pt>
          <cx:pt idx="12180">100</cx:pt>
          <cx:pt idx="12181">143</cx:pt>
          <cx:pt idx="12182">143</cx:pt>
          <cx:pt idx="12183">295</cx:pt>
          <cx:pt idx="12184">120</cx:pt>
          <cx:pt idx="12185">130</cx:pt>
          <cx:pt idx="12186">280</cx:pt>
          <cx:pt idx="12187">66</cx:pt>
          <cx:pt idx="12188">182</cx:pt>
          <cx:pt idx="12189">120</cx:pt>
          <cx:pt idx="12190">115</cx:pt>
          <cx:pt idx="12191">150</cx:pt>
          <cx:pt idx="12192">99</cx:pt>
          <cx:pt idx="12193">90</cx:pt>
          <cx:pt idx="12194">150</cx:pt>
          <cx:pt idx="12195">120</cx:pt>
          <cx:pt idx="12196">175</cx:pt>
          <cx:pt idx="12197">375</cx:pt>
          <cx:pt idx="12198">100</cx:pt>
          <cx:pt idx="12199">420</cx:pt>
          <cx:pt idx="12200">120</cx:pt>
          <cx:pt idx="12201">200</cx:pt>
          <cx:pt idx="12202">72</cx:pt>
          <cx:pt idx="12203">90</cx:pt>
          <cx:pt idx="12204">50</cx:pt>
          <cx:pt idx="12205">375</cx:pt>
          <cx:pt idx="12206">100</cx:pt>
          <cx:pt idx="12207">229</cx:pt>
          <cx:pt idx="12208">121</cx:pt>
          <cx:pt idx="12209">324</cx:pt>
          <cx:pt idx="12210">220</cx:pt>
          <cx:pt idx="12211">70</cx:pt>
          <cx:pt idx="12212">130</cx:pt>
          <cx:pt idx="12213">125</cx:pt>
          <cx:pt idx="12214">80</cx:pt>
          <cx:pt idx="12215">189</cx:pt>
          <cx:pt idx="12216">180</cx:pt>
          <cx:pt idx="12217">79</cx:pt>
          <cx:pt idx="12218">136</cx:pt>
          <cx:pt idx="12219">165</cx:pt>
          <cx:pt idx="12220">200</cx:pt>
          <cx:pt idx="12221">275</cx:pt>
          <cx:pt idx="12222">100</cx:pt>
          <cx:pt idx="12223">220</cx:pt>
          <cx:pt idx="12224">120</cx:pt>
          <cx:pt idx="12225">180</cx:pt>
          <cx:pt idx="12226">389</cx:pt>
          <cx:pt idx="12227">80</cx:pt>
          <cx:pt idx="12228">120</cx:pt>
          <cx:pt idx="12229">125</cx:pt>
          <cx:pt idx="12230">283</cx:pt>
          <cx:pt idx="12231">250</cx:pt>
          <cx:pt idx="12232">299</cx:pt>
          <cx:pt idx="12233">351</cx:pt>
          <cx:pt idx="12234">468</cx:pt>
          <cx:pt idx="12235">269</cx:pt>
          <cx:pt idx="12236">330</cx:pt>
          <cx:pt idx="12237">175</cx:pt>
          <cx:pt idx="12238">200</cx:pt>
          <cx:pt idx="12239">150</cx:pt>
          <cx:pt idx="12240">149</cx:pt>
          <cx:pt idx="12241">65</cx:pt>
          <cx:pt idx="12242">300</cx:pt>
          <cx:pt idx="12243">49</cx:pt>
          <cx:pt idx="12244">320</cx:pt>
          <cx:pt idx="12245">198</cx:pt>
          <cx:pt idx="12246">119</cx:pt>
          <cx:pt idx="12247">200</cx:pt>
          <cx:pt idx="12248">205</cx:pt>
          <cx:pt idx="12249">220</cx:pt>
          <cx:pt idx="12250">106</cx:pt>
          <cx:pt idx="12251">40</cx:pt>
          <cx:pt idx="12252">93</cx:pt>
          <cx:pt idx="12253">380</cx:pt>
          <cx:pt idx="12254">200</cx:pt>
          <cx:pt idx="12255">124</cx:pt>
          <cx:pt idx="12256">78</cx:pt>
          <cx:pt idx="12257">390</cx:pt>
          <cx:pt idx="12258">125</cx:pt>
          <cx:pt idx="12259">199</cx:pt>
          <cx:pt idx="12260">110</cx:pt>
          <cx:pt idx="12261">82</cx:pt>
          <cx:pt idx="12262">145</cx:pt>
          <cx:pt idx="12263">200</cx:pt>
          <cx:pt idx="12264">65</cx:pt>
          <cx:pt idx="12265">70</cx:pt>
          <cx:pt idx="12266">150</cx:pt>
          <cx:pt idx="12267">195</cx:pt>
          <cx:pt idx="12268">67</cx:pt>
          <cx:pt idx="12269">200</cx:pt>
          <cx:pt idx="12270">80</cx:pt>
          <cx:pt idx="12271">350</cx:pt>
          <cx:pt idx="12272">249</cx:pt>
          <cx:pt idx="12273">65</cx:pt>
          <cx:pt idx="12274">31</cx:pt>
          <cx:pt idx="12275">100</cx:pt>
          <cx:pt idx="12276">339</cx:pt>
          <cx:pt idx="12277">106</cx:pt>
          <cx:pt idx="12278">30</cx:pt>
          <cx:pt idx="12279">163</cx:pt>
          <cx:pt idx="12280">119</cx:pt>
          <cx:pt idx="12281">273</cx:pt>
          <cx:pt idx="12282">150</cx:pt>
          <cx:pt idx="12283">93</cx:pt>
          <cx:pt idx="12284">102</cx:pt>
          <cx:pt idx="12285">199</cx:pt>
          <cx:pt idx="12286">250</cx:pt>
          <cx:pt idx="12287">450</cx:pt>
          <cx:pt idx="12288">165</cx:pt>
          <cx:pt idx="12289">100</cx:pt>
          <cx:pt idx="12290">48</cx:pt>
          <cx:pt idx="12291">99</cx:pt>
          <cx:pt idx="12292">100</cx:pt>
          <cx:pt idx="12293">300</cx:pt>
          <cx:pt idx="12294">150</cx:pt>
          <cx:pt idx="12295">22</cx:pt>
          <cx:pt idx="12296">207</cx:pt>
          <cx:pt idx="12297">150</cx:pt>
          <cx:pt idx="12298">109</cx:pt>
          <cx:pt idx="12299">52</cx:pt>
          <cx:pt idx="12300">120</cx:pt>
          <cx:pt idx="12301">200</cx:pt>
          <cx:pt idx="12302">196</cx:pt>
          <cx:pt idx="12303">130</cx:pt>
          <cx:pt idx="12304">116</cx:pt>
          <cx:pt idx="12305">110</cx:pt>
          <cx:pt idx="12306">175</cx:pt>
          <cx:pt idx="12307">109</cx:pt>
          <cx:pt idx="12308">179</cx:pt>
          <cx:pt idx="12309">246</cx:pt>
          <cx:pt idx="12310">47</cx:pt>
          <cx:pt idx="12311">340</cx:pt>
          <cx:pt idx="12312">80</cx:pt>
          <cx:pt idx="12313">191</cx:pt>
          <cx:pt idx="12314">120</cx:pt>
          <cx:pt idx="12315">175</cx:pt>
          <cx:pt idx="12316">90</cx:pt>
          <cx:pt idx="12317">225</cx:pt>
          <cx:pt idx="12318">57</cx:pt>
          <cx:pt idx="12319">130</cx:pt>
          <cx:pt idx="12320">300</cx:pt>
          <cx:pt idx="12321">85</cx:pt>
          <cx:pt idx="12322">65</cx:pt>
          <cx:pt idx="12323">108</cx:pt>
          <cx:pt idx="12324">171</cx:pt>
          <cx:pt idx="12325">115</cx:pt>
          <cx:pt idx="12326">100</cx:pt>
          <cx:pt idx="12327">113</cx:pt>
          <cx:pt idx="12328">80</cx:pt>
          <cx:pt idx="12329">200</cx:pt>
          <cx:pt idx="12330">149</cx:pt>
          <cx:pt idx="12331">150</cx:pt>
          <cx:pt idx="12332">90</cx:pt>
          <cx:pt idx="12333">110</cx:pt>
          <cx:pt idx="12334">60</cx:pt>
          <cx:pt idx="12335">200</cx:pt>
          <cx:pt idx="12336">120</cx:pt>
          <cx:pt idx="12337">109</cx:pt>
          <cx:pt idx="12338">65</cx:pt>
          <cx:pt idx="12339">105</cx:pt>
          <cx:pt idx="12340">250</cx:pt>
          <cx:pt idx="12341">60</cx:pt>
          <cx:pt idx="12342">199</cx:pt>
          <cx:pt idx="12343">180</cx:pt>
          <cx:pt idx="12344">99</cx:pt>
          <cx:pt idx="12345">345</cx:pt>
          <cx:pt idx="12346">100</cx:pt>
          <cx:pt idx="12347">150</cx:pt>
          <cx:pt idx="12348">220</cx:pt>
          <cx:pt idx="12349">140</cx:pt>
          <cx:pt idx="12350">220</cx:pt>
          <cx:pt idx="12351">180</cx:pt>
          <cx:pt idx="12352">133</cx:pt>
          <cx:pt idx="12353">106</cx:pt>
          <cx:pt idx="12354">115</cx:pt>
          <cx:pt idx="12355">17</cx:pt>
          <cx:pt idx="12356">300</cx:pt>
          <cx:pt idx="12357">206</cx:pt>
          <cx:pt idx="12358">27</cx:pt>
          <cx:pt idx="12359">145</cx:pt>
          <cx:pt idx="12360">114</cx:pt>
          <cx:pt idx="12361">98</cx:pt>
          <cx:pt idx="12362">135</cx:pt>
          <cx:pt idx="12363">99</cx:pt>
          <cx:pt idx="12364">275</cx:pt>
          <cx:pt idx="12365">375</cx:pt>
          <cx:pt idx="12366">400</cx:pt>
          <cx:pt idx="12367">110</cx:pt>
          <cx:pt idx="12368">115</cx:pt>
          <cx:pt idx="12369">60</cx:pt>
          <cx:pt idx="12370">229</cx:pt>
          <cx:pt idx="12371">70</cx:pt>
          <cx:pt idx="12372">125</cx:pt>
          <cx:pt idx="12373">87</cx:pt>
          <cx:pt idx="12374">94</cx:pt>
          <cx:pt idx="12375">95</cx:pt>
          <cx:pt idx="12376">450</cx:pt>
          <cx:pt idx="12377">131</cx:pt>
          <cx:pt idx="12378">119</cx:pt>
          <cx:pt idx="12379">115</cx:pt>
          <cx:pt idx="12380">160</cx:pt>
          <cx:pt idx="12381">150</cx:pt>
          <cx:pt idx="12382">430</cx:pt>
          <cx:pt idx="12383">175</cx:pt>
          <cx:pt idx="12384">90</cx:pt>
          <cx:pt idx="12385">89</cx:pt>
          <cx:pt idx="12386">120</cx:pt>
          <cx:pt idx="12387">110</cx:pt>
          <cx:pt idx="12388">199</cx:pt>
          <cx:pt idx="12389">157</cx:pt>
          <cx:pt idx="12390">130</cx:pt>
          <cx:pt idx="12391">199</cx:pt>
          <cx:pt idx="12392">289</cx:pt>
          <cx:pt idx="12393">200</cx:pt>
          <cx:pt idx="12394">125</cx:pt>
          <cx:pt idx="12395">175</cx:pt>
          <cx:pt idx="12396">160</cx:pt>
          <cx:pt idx="12397">170</cx:pt>
          <cx:pt idx="12398">180</cx:pt>
          <cx:pt idx="12399">150</cx:pt>
          <cx:pt idx="12400">100</cx:pt>
          <cx:pt idx="12401">95</cx:pt>
          <cx:pt idx="12402">335</cx:pt>
          <cx:pt idx="12403">149</cx:pt>
          <cx:pt idx="12404">200</cx:pt>
          <cx:pt idx="12405">250</cx:pt>
          <cx:pt idx="12406">165</cx:pt>
          <cx:pt idx="12407">117</cx:pt>
          <cx:pt idx="12408">88</cx:pt>
          <cx:pt idx="12409">120</cx:pt>
          <cx:pt idx="12410">120</cx:pt>
          <cx:pt idx="12411">215</cx:pt>
          <cx:pt idx="12412">140</cx:pt>
          <cx:pt idx="12413">99</cx:pt>
          <cx:pt idx="12414">143</cx:pt>
          <cx:pt idx="12415">150</cx:pt>
          <cx:pt idx="12416">85</cx:pt>
          <cx:pt idx="12417">155</cx:pt>
          <cx:pt idx="12418">200</cx:pt>
          <cx:pt idx="12419">298</cx:pt>
          <cx:pt idx="12420">250</cx:pt>
          <cx:pt idx="12421">250</cx:pt>
          <cx:pt idx="12422">73</cx:pt>
          <cx:pt idx="12423">150</cx:pt>
          <cx:pt idx="12424">122</cx:pt>
          <cx:pt idx="12425">240</cx:pt>
          <cx:pt idx="12426">150</cx:pt>
          <cx:pt idx="12427">324</cx:pt>
          <cx:pt idx="12428">165</cx:pt>
          <cx:pt idx="12429">135</cx:pt>
          <cx:pt idx="12430">170</cx:pt>
          <cx:pt idx="12431">225</cx:pt>
          <cx:pt idx="12432">100</cx:pt>
          <cx:pt idx="12433">159</cx:pt>
          <cx:pt idx="12434">90</cx:pt>
          <cx:pt idx="12435">67</cx:pt>
          <cx:pt idx="12436">250</cx:pt>
          <cx:pt idx="12437">130</cx:pt>
          <cx:pt idx="12438">345</cx:pt>
          <cx:pt idx="12439">220</cx:pt>
          <cx:pt idx="12440">128</cx:pt>
          <cx:pt idx="12441">100</cx:pt>
          <cx:pt idx="12442">100</cx:pt>
          <cx:pt idx="12443">210</cx:pt>
          <cx:pt idx="12444">100</cx:pt>
          <cx:pt idx="12445">89</cx:pt>
          <cx:pt idx="12446">318</cx:pt>
          <cx:pt idx="12447">250</cx:pt>
          <cx:pt idx="12448">200</cx:pt>
          <cx:pt idx="12449">250</cx:pt>
          <cx:pt idx="12450">100</cx:pt>
          <cx:pt idx="12451">100</cx:pt>
          <cx:pt idx="12452">180</cx:pt>
          <cx:pt idx="12453">275</cx:pt>
          <cx:pt idx="12454">110</cx:pt>
          <cx:pt idx="12455">175</cx:pt>
          <cx:pt idx="12456">88</cx:pt>
          <cx:pt idx="12457">155</cx:pt>
          <cx:pt idx="12458">195</cx:pt>
          <cx:pt idx="12459">136</cx:pt>
          <cx:pt idx="12460">134</cx:pt>
          <cx:pt idx="12461">220</cx:pt>
          <cx:pt idx="12462">130</cx:pt>
          <cx:pt idx="12463">101</cx:pt>
          <cx:pt idx="12464">150</cx:pt>
          <cx:pt idx="12465">43</cx:pt>
          <cx:pt idx="12466">125</cx:pt>
          <cx:pt idx="12467">150</cx:pt>
          <cx:pt idx="12468">290</cx:pt>
          <cx:pt idx="12469">90</cx:pt>
          <cx:pt idx="12470">215</cx:pt>
          <cx:pt idx="12471">79</cx:pt>
          <cx:pt idx="12472">102</cx:pt>
          <cx:pt idx="12473">102</cx:pt>
          <cx:pt idx="12474">104</cx:pt>
          <cx:pt idx="12475">107</cx:pt>
          <cx:pt idx="12476">130</cx:pt>
          <cx:pt idx="12477">400</cx:pt>
          <cx:pt idx="12478">120</cx:pt>
          <cx:pt idx="12479">210</cx:pt>
          <cx:pt idx="12480">120</cx:pt>
          <cx:pt idx="12481">160</cx:pt>
          <cx:pt idx="12482">220</cx:pt>
          <cx:pt idx="12483">70</cx:pt>
          <cx:pt idx="12484">95</cx:pt>
          <cx:pt idx="12485">55</cx:pt>
          <cx:pt idx="12486">140</cx:pt>
          <cx:pt idx="12487">80</cx:pt>
          <cx:pt idx="12488">130</cx:pt>
          <cx:pt idx="12489">131</cx:pt>
          <cx:pt idx="12490">55</cx:pt>
          <cx:pt idx="12491">80</cx:pt>
          <cx:pt idx="12492">120</cx:pt>
          <cx:pt idx="12493">63</cx:pt>
          <cx:pt idx="12494">144</cx:pt>
          <cx:pt idx="12495">55</cx:pt>
          <cx:pt idx="12496">180</cx:pt>
          <cx:pt idx="12497">173</cx:pt>
          <cx:pt idx="12498">150</cx:pt>
          <cx:pt idx="12499">140</cx:pt>
          <cx:pt idx="12500">100</cx:pt>
          <cx:pt idx="12501">85</cx:pt>
          <cx:pt idx="12502">180</cx:pt>
          <cx:pt idx="12503">195</cx:pt>
          <cx:pt idx="12504">125</cx:pt>
          <cx:pt idx="12505">240</cx:pt>
          <cx:pt idx="12506">70</cx:pt>
          <cx:pt idx="12507">43</cx:pt>
          <cx:pt idx="12508">109</cx:pt>
          <cx:pt idx="12509">58</cx:pt>
          <cx:pt idx="12510">100</cx:pt>
          <cx:pt idx="12511">210</cx:pt>
          <cx:pt idx="12512">180</cx:pt>
          <cx:pt idx="12513">120</cx:pt>
          <cx:pt idx="12514">175</cx:pt>
          <cx:pt idx="12515">157</cx:pt>
          <cx:pt idx="12516">80</cx:pt>
          <cx:pt idx="12517">100</cx:pt>
          <cx:pt idx="12518">350</cx:pt>
          <cx:pt idx="12519">115</cx:pt>
          <cx:pt idx="12520">150</cx:pt>
          <cx:pt idx="12521">158</cx:pt>
          <cx:pt idx="12522">142</cx:pt>
          <cx:pt idx="12523">125</cx:pt>
          <cx:pt idx="12524">115</cx:pt>
          <cx:pt idx="12525">100</cx:pt>
          <cx:pt idx="12526">120</cx:pt>
          <cx:pt idx="12527">68</cx:pt>
          <cx:pt idx="12528">68</cx:pt>
          <cx:pt idx="12529">316</cx:pt>
          <cx:pt idx="12530">277</cx:pt>
          <cx:pt idx="12531">140</cx:pt>
          <cx:pt idx="12532">185</cx:pt>
          <cx:pt idx="12533">119</cx:pt>
          <cx:pt idx="12534">130</cx:pt>
          <cx:pt idx="12535">120</cx:pt>
          <cx:pt idx="12536">220</cx:pt>
          <cx:pt idx="12537">200</cx:pt>
          <cx:pt idx="12538">299</cx:pt>
          <cx:pt idx="12539">122</cx:pt>
          <cx:pt idx="12540">76</cx:pt>
          <cx:pt idx="12541">43</cx:pt>
          <cx:pt idx="12542">90</cx:pt>
          <cx:pt idx="12543">110</cx:pt>
          <cx:pt idx="12544">150</cx:pt>
          <cx:pt idx="12545">80</cx:pt>
          <cx:pt idx="12546">100</cx:pt>
          <cx:pt idx="12547">180</cx:pt>
          <cx:pt idx="12548">85</cx:pt>
          <cx:pt idx="12549">55</cx:pt>
          <cx:pt idx="12550">275</cx:pt>
          <cx:pt idx="12551">100</cx:pt>
          <cx:pt idx="12552">85</cx:pt>
          <cx:pt idx="12553">120</cx:pt>
          <cx:pt idx="12554">185</cx:pt>
          <cx:pt idx="12555">93</cx:pt>
          <cx:pt idx="12556">300</cx:pt>
          <cx:pt idx="12557">200</cx:pt>
          <cx:pt idx="12558">300</cx:pt>
          <cx:pt idx="12559">180</cx:pt>
          <cx:pt idx="12560">160</cx:pt>
          <cx:pt idx="12561">150</cx:pt>
          <cx:pt idx="12562">120</cx:pt>
          <cx:pt idx="12563">250</cx:pt>
          <cx:pt idx="12564">64</cx:pt>
          <cx:pt idx="12565">163</cx:pt>
          <cx:pt idx="12566">290</cx:pt>
          <cx:pt idx="12567">85</cx:pt>
          <cx:pt idx="12568">209</cx:pt>
          <cx:pt idx="12569">139</cx:pt>
          <cx:pt idx="12570">295</cx:pt>
          <cx:pt idx="12571">195</cx:pt>
          <cx:pt idx="12572">100</cx:pt>
          <cx:pt idx="12573">70</cx:pt>
          <cx:pt idx="12574">120</cx:pt>
          <cx:pt idx="12575">125</cx:pt>
          <cx:pt idx="12576">140</cx:pt>
          <cx:pt idx="12577">150</cx:pt>
          <cx:pt idx="12578">157</cx:pt>
          <cx:pt idx="12579">80</cx:pt>
          <cx:pt idx="12580">192</cx:pt>
          <cx:pt idx="12581">92</cx:pt>
          <cx:pt idx="12582">275</cx:pt>
          <cx:pt idx="12583">130</cx:pt>
          <cx:pt idx="12584">55</cx:pt>
          <cx:pt idx="12585">80</cx:pt>
          <cx:pt idx="12586">140</cx:pt>
          <cx:pt idx="12587">225</cx:pt>
          <cx:pt idx="12588">99</cx:pt>
          <cx:pt idx="12589">200</cx:pt>
          <cx:pt idx="12590">80</cx:pt>
          <cx:pt idx="12591">100</cx:pt>
          <cx:pt idx="12592">174</cx:pt>
          <cx:pt idx="12593">61</cx:pt>
          <cx:pt idx="12594">180</cx:pt>
          <cx:pt idx="12595">150</cx:pt>
          <cx:pt idx="12596">120</cx:pt>
          <cx:pt idx="12597">100</cx:pt>
          <cx:pt idx="12598">60</cx:pt>
          <cx:pt idx="12599">110</cx:pt>
          <cx:pt idx="12600">220</cx:pt>
          <cx:pt idx="12601">90</cx:pt>
          <cx:pt idx="12602">80</cx:pt>
          <cx:pt idx="12603">450</cx:pt>
          <cx:pt idx="12604">140</cx:pt>
          <cx:pt idx="12605">120</cx:pt>
          <cx:pt idx="12606">100</cx:pt>
          <cx:pt idx="12607">160</cx:pt>
          <cx:pt idx="12608">140</cx:pt>
          <cx:pt idx="12609">98</cx:pt>
          <cx:pt idx="12610">125</cx:pt>
          <cx:pt idx="12611">85</cx:pt>
          <cx:pt idx="12612">105</cx:pt>
          <cx:pt idx="12613">70</cx:pt>
          <cx:pt idx="12614">250</cx:pt>
          <cx:pt idx="12615">103</cx:pt>
          <cx:pt idx="12616">144</cx:pt>
          <cx:pt idx="12617">500</cx:pt>
          <cx:pt idx="12618">93</cx:pt>
          <cx:pt idx="12619">150</cx:pt>
          <cx:pt idx="12620">125</cx:pt>
          <cx:pt idx="12621">150</cx:pt>
          <cx:pt idx="12622">180</cx:pt>
          <cx:pt idx="12623">225</cx:pt>
          <cx:pt idx="12624">118</cx:pt>
          <cx:pt idx="12625">90</cx:pt>
          <cx:pt idx="12626">150</cx:pt>
          <cx:pt idx="12627">180</cx:pt>
          <cx:pt idx="12628">36</cx:pt>
          <cx:pt idx="12629">135</cx:pt>
          <cx:pt idx="12630">426</cx:pt>
          <cx:pt idx="12631">150</cx:pt>
          <cx:pt idx="12632">150</cx:pt>
          <cx:pt idx="12633">299</cx:pt>
          <cx:pt idx="12634">62</cx:pt>
          <cx:pt idx="12635">120</cx:pt>
          <cx:pt idx="12636">49</cx:pt>
          <cx:pt idx="12637">75</cx:pt>
          <cx:pt idx="12638">200</cx:pt>
          <cx:pt idx="12639">147</cx:pt>
          <cx:pt idx="12640">65</cx:pt>
          <cx:pt idx="12641">109</cx:pt>
          <cx:pt idx="12642">300</cx:pt>
          <cx:pt idx="12643">60</cx:pt>
          <cx:pt idx="12644">80</cx:pt>
          <cx:pt idx="12645">80</cx:pt>
          <cx:pt idx="12646">76</cx:pt>
          <cx:pt idx="12647">120</cx:pt>
          <cx:pt idx="12648">150</cx:pt>
          <cx:pt idx="12649">80</cx:pt>
          <cx:pt idx="12650">189</cx:pt>
          <cx:pt idx="12651">69</cx:pt>
          <cx:pt idx="12652">85</cx:pt>
          <cx:pt idx="12653">53</cx:pt>
          <cx:pt idx="12654">200</cx:pt>
          <cx:pt idx="12655">78</cx:pt>
          <cx:pt idx="12656">99</cx:pt>
          <cx:pt idx="12657">240</cx:pt>
          <cx:pt idx="12658">47</cx:pt>
          <cx:pt idx="12659">100</cx:pt>
          <cx:pt idx="12660">220</cx:pt>
          <cx:pt idx="12661">110</cx:pt>
          <cx:pt idx="12662">140</cx:pt>
          <cx:pt idx="12663">160</cx:pt>
          <cx:pt idx="12664">250</cx:pt>
          <cx:pt idx="12665">94</cx:pt>
          <cx:pt idx="12666">142</cx:pt>
          <cx:pt idx="12667">80</cx:pt>
          <cx:pt idx="12668">130</cx:pt>
          <cx:pt idx="12669">70</cx:pt>
          <cx:pt idx="12670">147</cx:pt>
          <cx:pt idx="12671">75</cx:pt>
          <cx:pt idx="12672">100</cx:pt>
          <cx:pt idx="12673">175</cx:pt>
          <cx:pt idx="12674">180</cx:pt>
          <cx:pt idx="12675">125</cx:pt>
          <cx:pt idx="12676">333</cx:pt>
          <cx:pt idx="12677">120</cx:pt>
          <cx:pt idx="12678">88</cx:pt>
          <cx:pt idx="12679">129</cx:pt>
          <cx:pt idx="12680">140</cx:pt>
          <cx:pt idx="12681">137</cx:pt>
          <cx:pt idx="12682">134</cx:pt>
          <cx:pt idx="12683">185</cx:pt>
          <cx:pt idx="12684">70</cx:pt>
          <cx:pt idx="12685">80</cx:pt>
          <cx:pt idx="12686">150</cx:pt>
          <cx:pt idx="12687">150</cx:pt>
          <cx:pt idx="12688">350</cx:pt>
          <cx:pt idx="12689">175</cx:pt>
          <cx:pt idx="12690">195</cx:pt>
          <cx:pt idx="12691">110</cx:pt>
          <cx:pt idx="12692">95</cx:pt>
          <cx:pt idx="12693">143</cx:pt>
          <cx:pt idx="12694">165</cx:pt>
          <cx:pt idx="12695">262</cx:pt>
          <cx:pt idx="12696">35</cx:pt>
          <cx:pt idx="12697">160</cx:pt>
          <cx:pt idx="12698">160</cx:pt>
          <cx:pt idx="12699">120</cx:pt>
          <cx:pt idx="12700">150</cx:pt>
          <cx:pt idx="12701">133</cx:pt>
          <cx:pt idx="12702">119</cx:pt>
          <cx:pt idx="12703">130</cx:pt>
          <cx:pt idx="12704">110</cx:pt>
          <cx:pt idx="12705">70</cx:pt>
          <cx:pt idx="12706">75</cx:pt>
          <cx:pt idx="12707">275</cx:pt>
          <cx:pt idx="12708">140</cx:pt>
          <cx:pt idx="12709">180</cx:pt>
          <cx:pt idx="12710">100</cx:pt>
          <cx:pt idx="12711">200</cx:pt>
          <cx:pt idx="12712">125</cx:pt>
          <cx:pt idx="12713">150</cx:pt>
          <cx:pt idx="12714">185</cx:pt>
          <cx:pt idx="12715">137</cx:pt>
          <cx:pt idx="12716">65</cx:pt>
          <cx:pt idx="12717">100</cx:pt>
          <cx:pt idx="12718">225</cx:pt>
          <cx:pt idx="12719">47</cx:pt>
          <cx:pt idx="12720">91</cx:pt>
          <cx:pt idx="12721">130</cx:pt>
          <cx:pt idx="12722">95</cx:pt>
          <cx:pt idx="12723">290</cx:pt>
          <cx:pt idx="12724">120</cx:pt>
          <cx:pt idx="12725">110</cx:pt>
          <cx:pt idx="12726">125</cx:pt>
          <cx:pt idx="12727">135</cx:pt>
          <cx:pt idx="12728">100</cx:pt>
          <cx:pt idx="12729">140</cx:pt>
          <cx:pt idx="12730">75</cx:pt>
          <cx:pt idx="12731">85</cx:pt>
          <cx:pt idx="12732">220</cx:pt>
          <cx:pt idx="12733">125</cx:pt>
          <cx:pt idx="12734">110</cx:pt>
          <cx:pt idx="12735">47</cx:pt>
          <cx:pt idx="12736">75</cx:pt>
          <cx:pt idx="12737">69</cx:pt>
          <cx:pt idx="12738">52</cx:pt>
          <cx:pt idx="12739">38</cx:pt>
          <cx:pt idx="12740">38</cx:pt>
          <cx:pt idx="12741">139</cx:pt>
          <cx:pt idx="12742">105</cx:pt>
          <cx:pt idx="12743">175</cx:pt>
          <cx:pt idx="12744">200</cx:pt>
          <cx:pt idx="12745">89</cx:pt>
          <cx:pt idx="12746">30</cx:pt>
          <cx:pt idx="12747">130</cx:pt>
          <cx:pt idx="12748">200</cx:pt>
          <cx:pt idx="12749">200</cx:pt>
          <cx:pt idx="12750">115</cx:pt>
          <cx:pt idx="12751">175</cx:pt>
          <cx:pt idx="12752">250</cx:pt>
          <cx:pt idx="12753">150</cx:pt>
          <cx:pt idx="12754">125</cx:pt>
          <cx:pt idx="12755">50</cx:pt>
          <cx:pt idx="12756">200</cx:pt>
          <cx:pt idx="12757">249</cx:pt>
          <cx:pt idx="12758">110</cx:pt>
          <cx:pt idx="12759">131</cx:pt>
          <cx:pt idx="12760">150</cx:pt>
          <cx:pt idx="12761">93</cx:pt>
          <cx:pt idx="12762">150</cx:pt>
          <cx:pt idx="12763">230</cx:pt>
          <cx:pt idx="12764">120</cx:pt>
          <cx:pt idx="12765">39</cx:pt>
          <cx:pt idx="12766">110</cx:pt>
          <cx:pt idx="12767">80</cx:pt>
          <cx:pt idx="12768">149</cx:pt>
          <cx:pt idx="12769">40</cx:pt>
          <cx:pt idx="12770">145</cx:pt>
          <cx:pt idx="12771">250</cx:pt>
          <cx:pt idx="12772">157</cx:pt>
          <cx:pt idx="12773">111</cx:pt>
          <cx:pt idx="12774">85</cx:pt>
          <cx:pt idx="12775">120</cx:pt>
          <cx:pt idx="12776">150</cx:pt>
          <cx:pt idx="12777">150</cx:pt>
          <cx:pt idx="12778">132</cx:pt>
          <cx:pt idx="12779">130</cx:pt>
          <cx:pt idx="12780">220</cx:pt>
          <cx:pt idx="12781">400</cx:pt>
          <cx:pt idx="12782">100</cx:pt>
          <cx:pt idx="12783">80</cx:pt>
          <cx:pt idx="12784">70</cx:pt>
          <cx:pt idx="12785">250</cx:pt>
          <cx:pt idx="12786">100</cx:pt>
          <cx:pt idx="12787">140</cx:pt>
          <cx:pt idx="12788">120</cx:pt>
          <cx:pt idx="12789">50</cx:pt>
          <cx:pt idx="12790">150</cx:pt>
          <cx:pt idx="12791">375</cx:pt>
          <cx:pt idx="12792">180</cx:pt>
          <cx:pt idx="12793">54</cx:pt>
          <cx:pt idx="12794">300</cx:pt>
          <cx:pt idx="12795">120</cx:pt>
          <cx:pt idx="12796">150</cx:pt>
          <cx:pt idx="12797">167</cx:pt>
          <cx:pt idx="12798">140</cx:pt>
          <cx:pt idx="12799">190</cx:pt>
          <cx:pt idx="12800">110</cx:pt>
          <cx:pt idx="12801">149</cx:pt>
          <cx:pt idx="12802">149</cx:pt>
          <cx:pt idx="12803">235</cx:pt>
          <cx:pt idx="12804">117</cx:pt>
          <cx:pt idx="12805">80</cx:pt>
          <cx:pt idx="12806">100</cx:pt>
          <cx:pt idx="12807">300</cx:pt>
          <cx:pt idx="12808">69</cx:pt>
          <cx:pt idx="12809">200</cx:pt>
          <cx:pt idx="12810">290</cx:pt>
          <cx:pt idx="12811">150</cx:pt>
          <cx:pt idx="12812">149</cx:pt>
          <cx:pt idx="12813">160</cx:pt>
          <cx:pt idx="12814">94</cx:pt>
          <cx:pt idx="12815">162</cx:pt>
          <cx:pt idx="12816">125</cx:pt>
          <cx:pt idx="12817">142</cx:pt>
          <cx:pt idx="12818">335</cx:pt>
          <cx:pt idx="12819">230</cx:pt>
          <cx:pt idx="12820">105</cx:pt>
          <cx:pt idx="12821">120</cx:pt>
          <cx:pt idx="12822">120</cx:pt>
          <cx:pt idx="12823">150</cx:pt>
          <cx:pt idx="12824">238</cx:pt>
          <cx:pt idx="12825">124</cx:pt>
          <cx:pt idx="12826">60</cx:pt>
          <cx:pt idx="12827">80</cx:pt>
          <cx:pt idx="12828">138</cx:pt>
          <cx:pt idx="12829">140</cx:pt>
          <cx:pt idx="12830">120</cx:pt>
          <cx:pt idx="12831">150</cx:pt>
          <cx:pt idx="12832">135</cx:pt>
          <cx:pt idx="12833">243</cx:pt>
          <cx:pt idx="12834">93</cx:pt>
          <cx:pt idx="12835">130</cx:pt>
          <cx:pt idx="12836">130</cx:pt>
          <cx:pt idx="12837">130</cx:pt>
          <cx:pt idx="12838">189</cx:pt>
          <cx:pt idx="12839">200</cx:pt>
          <cx:pt idx="12840">357</cx:pt>
          <cx:pt idx="12841">100</cx:pt>
          <cx:pt idx="12842">93</cx:pt>
          <cx:pt idx="12843">98</cx:pt>
          <cx:pt idx="12844">126</cx:pt>
          <cx:pt idx="12845">70</cx:pt>
          <cx:pt idx="12846">79</cx:pt>
          <cx:pt idx="12847">50</cx:pt>
          <cx:pt idx="12848">76</cx:pt>
          <cx:pt idx="12849">150</cx:pt>
          <cx:pt idx="12850">125</cx:pt>
          <cx:pt idx="12851">120</cx:pt>
          <cx:pt idx="12852">295</cx:pt>
          <cx:pt idx="12853">133</cx:pt>
          <cx:pt idx="12854">275</cx:pt>
          <cx:pt idx="12855">249</cx:pt>
          <cx:pt idx="12856">135</cx:pt>
          <cx:pt idx="12857">127</cx:pt>
          <cx:pt idx="12858">120</cx:pt>
          <cx:pt idx="12859">121</cx:pt>
          <cx:pt idx="12860">100</cx:pt>
          <cx:pt idx="12861">75</cx:pt>
          <cx:pt idx="12862">90</cx:pt>
          <cx:pt idx="12863">187</cx:pt>
          <cx:pt idx="12864">105</cx:pt>
          <cx:pt idx="12865">145</cx:pt>
          <cx:pt idx="12866">90</cx:pt>
          <cx:pt idx="12867">126</cx:pt>
          <cx:pt idx="12868">150</cx:pt>
          <cx:pt idx="12869">360</cx:pt>
          <cx:pt idx="12870">28</cx:pt>
          <cx:pt idx="12871">85</cx:pt>
          <cx:pt idx="12872">125</cx:pt>
          <cx:pt idx="12873">75</cx:pt>
          <cx:pt idx="12874">250</cx:pt>
          <cx:pt idx="12875">250</cx:pt>
          <cx:pt idx="12876">120</cx:pt>
          <cx:pt idx="12877">150</cx:pt>
          <cx:pt idx="12878">129</cx:pt>
          <cx:pt idx="12879">125</cx:pt>
          <cx:pt idx="12880">400</cx:pt>
          <cx:pt idx="12881">61</cx:pt>
          <cx:pt idx="12882">183</cx:pt>
          <cx:pt idx="12883">70</cx:pt>
          <cx:pt idx="12884">120</cx:pt>
          <cx:pt idx="12885">80</cx:pt>
          <cx:pt idx="12886">125</cx:pt>
          <cx:pt idx="12887">156</cx:pt>
          <cx:pt idx="12888">110</cx:pt>
          <cx:pt idx="12889">180</cx:pt>
          <cx:pt idx="12890">149</cx:pt>
          <cx:pt idx="12891">295</cx:pt>
          <cx:pt idx="12892">175</cx:pt>
          <cx:pt idx="12893">400</cx:pt>
          <cx:pt idx="12894">128</cx:pt>
          <cx:pt idx="12895">207</cx:pt>
          <cx:pt idx="12896">61</cx:pt>
          <cx:pt idx="12897">95</cx:pt>
          <cx:pt idx="12898">300</cx:pt>
          <cx:pt idx="12899">300</cx:pt>
          <cx:pt idx="12900">100</cx:pt>
          <cx:pt idx="12901">200</cx:pt>
          <cx:pt idx="12902">250</cx:pt>
          <cx:pt idx="12903">159</cx:pt>
          <cx:pt idx="12904">90</cx:pt>
          <cx:pt idx="12905">150</cx:pt>
          <cx:pt idx="12906">175</cx:pt>
          <cx:pt idx="12907">37</cx:pt>
          <cx:pt idx="12908">325</cx:pt>
          <cx:pt idx="12909">99</cx:pt>
          <cx:pt idx="12910">30</cx:pt>
          <cx:pt idx="12911">166</cx:pt>
          <cx:pt idx="12912">130</cx:pt>
          <cx:pt idx="12913">230</cx:pt>
          <cx:pt idx="12914">180</cx:pt>
          <cx:pt idx="12915">123</cx:pt>
          <cx:pt idx="12916">86</cx:pt>
          <cx:pt idx="12917">100</cx:pt>
          <cx:pt idx="12918">230</cx:pt>
          <cx:pt idx="12919">300</cx:pt>
          <cx:pt idx="12920">65</cx:pt>
          <cx:pt idx="12921">149</cx:pt>
          <cx:pt idx="12922">160</cx:pt>
          <cx:pt idx="12923">56</cx:pt>
          <cx:pt idx="12924">70</cx:pt>
          <cx:pt idx="12925">138</cx:pt>
          <cx:pt idx="12926">53</cx:pt>
          <cx:pt idx="12927">150</cx:pt>
          <cx:pt idx="12928">100</cx:pt>
          <cx:pt idx="12929">155</cx:pt>
          <cx:pt idx="12930">150</cx:pt>
          <cx:pt idx="12931">138</cx:pt>
          <cx:pt idx="12932">180</cx:pt>
          <cx:pt idx="12933">330</cx:pt>
          <cx:pt idx="12934">295</cx:pt>
          <cx:pt idx="12935">40</cx:pt>
          <cx:pt idx="12936">42</cx:pt>
          <cx:pt idx="12937">139</cx:pt>
          <cx:pt idx="12938">39</cx:pt>
          <cx:pt idx="12939">100</cx:pt>
          <cx:pt idx="12940">125</cx:pt>
          <cx:pt idx="12941">250</cx:pt>
          <cx:pt idx="12942">150</cx:pt>
          <cx:pt idx="12943">110</cx:pt>
          <cx:pt idx="12944">176</cx:pt>
          <cx:pt idx="12945">85</cx:pt>
          <cx:pt idx="12946">400</cx:pt>
          <cx:pt idx="12947">140</cx:pt>
          <cx:pt idx="12948">150</cx:pt>
          <cx:pt idx="12949">154</cx:pt>
          <cx:pt idx="12950">59</cx:pt>
          <cx:pt idx="12951">160</cx:pt>
          <cx:pt idx="12952">147</cx:pt>
          <cx:pt idx="12953">270</cx:pt>
          <cx:pt idx="12954">130</cx:pt>
          <cx:pt idx="12955">80</cx:pt>
          <cx:pt idx="12956">298</cx:pt>
          <cx:pt idx="12957">110</cx:pt>
          <cx:pt idx="12958">145</cx:pt>
          <cx:pt idx="12959">75</cx:pt>
          <cx:pt idx="12960">125</cx:pt>
          <cx:pt idx="12961">66</cx:pt>
          <cx:pt idx="12962">55</cx:pt>
          <cx:pt idx="12963">178</cx:pt>
          <cx:pt idx="12964">119</cx:pt>
          <cx:pt idx="12965">80</cx:pt>
          <cx:pt idx="12966">185</cx:pt>
          <cx:pt idx="12967">94</cx:pt>
          <cx:pt idx="12968">120</cx:pt>
          <cx:pt idx="12969">144</cx:pt>
          <cx:pt idx="12970">80</cx:pt>
          <cx:pt idx="12971">200</cx:pt>
          <cx:pt idx="12972">149</cx:pt>
          <cx:pt idx="12973">175</cx:pt>
          <cx:pt idx="12974">98</cx:pt>
          <cx:pt idx="12975">175</cx:pt>
          <cx:pt idx="12976">130</cx:pt>
          <cx:pt idx="12977">300</cx:pt>
          <cx:pt idx="12978">110</cx:pt>
          <cx:pt idx="12979">200</cx:pt>
          <cx:pt idx="12980">110</cx:pt>
          <cx:pt idx="12981">48</cx:pt>
          <cx:pt idx="12982">150</cx:pt>
          <cx:pt idx="12983">51</cx:pt>
          <cx:pt idx="12984">275</cx:pt>
          <cx:pt idx="12985">250</cx:pt>
          <cx:pt idx="12986">120</cx:pt>
          <cx:pt idx="12987">145</cx:pt>
          <cx:pt idx="12988">65</cx:pt>
          <cx:pt idx="12989">83</cx:pt>
          <cx:pt idx="12990">211</cx:pt>
          <cx:pt idx="12991">96</cx:pt>
          <cx:pt idx="12992">200</cx:pt>
          <cx:pt idx="12993">29</cx:pt>
          <cx:pt idx="12994">200</cx:pt>
          <cx:pt idx="12995">194</cx:pt>
          <cx:pt idx="12996">125</cx:pt>
          <cx:pt idx="12997">60</cx:pt>
          <cx:pt idx="12998">300</cx:pt>
          <cx:pt idx="12999">73</cx:pt>
          <cx:pt idx="13000">160</cx:pt>
          <cx:pt idx="13001">120</cx:pt>
          <cx:pt idx="13002">180</cx:pt>
          <cx:pt idx="13003">60</cx:pt>
          <cx:pt idx="13004">55</cx:pt>
          <cx:pt idx="13005">153</cx:pt>
          <cx:pt idx="13006">144</cx:pt>
          <cx:pt idx="13007">48</cx:pt>
          <cx:pt idx="13008">150</cx:pt>
          <cx:pt idx="13009">75</cx:pt>
          <cx:pt idx="13010">96</cx:pt>
          <cx:pt idx="13011">80</cx:pt>
          <cx:pt idx="13012">150</cx:pt>
          <cx:pt idx="13013">250</cx:pt>
          <cx:pt idx="13014">65</cx:pt>
          <cx:pt idx="13015">87</cx:pt>
          <cx:pt idx="13016">70</cx:pt>
          <cx:pt idx="13017">128</cx:pt>
          <cx:pt idx="13018">51</cx:pt>
          <cx:pt idx="13019">139</cx:pt>
          <cx:pt idx="13020">120</cx:pt>
          <cx:pt idx="13021">180</cx:pt>
          <cx:pt idx="13022">140</cx:pt>
          <cx:pt idx="13023">123</cx:pt>
          <cx:pt idx="13024">99</cx:pt>
          <cx:pt idx="13025">145</cx:pt>
          <cx:pt idx="13026">150</cx:pt>
          <cx:pt idx="13027">150</cx:pt>
          <cx:pt idx="13028">81</cx:pt>
          <cx:pt idx="13029">70</cx:pt>
          <cx:pt idx="13030">142</cx:pt>
          <cx:pt idx="13031">120</cx:pt>
          <cx:pt idx="13032">143</cx:pt>
          <cx:pt idx="13033">300</cx:pt>
          <cx:pt idx="13034">70</cx:pt>
          <cx:pt idx="13035">85</cx:pt>
          <cx:pt idx="13036">100</cx:pt>
          <cx:pt idx="13037">94</cx:pt>
          <cx:pt idx="13038">125</cx:pt>
          <cx:pt idx="13039">75</cx:pt>
          <cx:pt idx="13040">64</cx:pt>
          <cx:pt idx="13041">140</cx:pt>
          <cx:pt idx="13042">160</cx:pt>
          <cx:pt idx="13043">39</cx:pt>
          <cx:pt idx="13044">150</cx:pt>
          <cx:pt idx="13045">60</cx:pt>
          <cx:pt idx="13046">65</cx:pt>
          <cx:pt idx="13047">160</cx:pt>
          <cx:pt idx="13048">70</cx:pt>
          <cx:pt idx="13049">92</cx:pt>
          <cx:pt idx="13050">97</cx:pt>
          <cx:pt idx="13051">88</cx:pt>
          <cx:pt idx="13052">200</cx:pt>
          <cx:pt idx="13053">125</cx:pt>
          <cx:pt idx="13054">120</cx:pt>
          <cx:pt idx="13055">196</cx:pt>
          <cx:pt idx="13056">83</cx:pt>
          <cx:pt idx="13057">150</cx:pt>
          <cx:pt idx="13058">206</cx:pt>
          <cx:pt idx="13059">25</cx:pt>
          <cx:pt idx="13060">79</cx:pt>
          <cx:pt idx="13061">99</cx:pt>
          <cx:pt idx="13062">175</cx:pt>
          <cx:pt idx="13063">101</cx:pt>
          <cx:pt idx="13064">68</cx:pt>
          <cx:pt idx="13065">55</cx:pt>
          <cx:pt idx="13066">150</cx:pt>
          <cx:pt idx="13067">120</cx:pt>
          <cx:pt idx="13068">90</cx:pt>
          <cx:pt idx="13069">180</cx:pt>
          <cx:pt idx="13070">230</cx:pt>
          <cx:pt idx="13071">275</cx:pt>
          <cx:pt idx="13072">58</cx:pt>
          <cx:pt idx="13073">73</cx:pt>
          <cx:pt idx="13074">110</cx:pt>
          <cx:pt idx="13075">136</cx:pt>
          <cx:pt idx="13076">75</cx:pt>
          <cx:pt idx="13077">130</cx:pt>
          <cx:pt idx="13078">380</cx:pt>
          <cx:pt idx="13079">98</cx:pt>
          <cx:pt idx="13080">199</cx:pt>
          <cx:pt idx="13081">400</cx:pt>
          <cx:pt idx="13082">175</cx:pt>
          <cx:pt idx="13083">105</cx:pt>
          <cx:pt idx="13084">79</cx:pt>
          <cx:pt idx="13085">75</cx:pt>
          <cx:pt idx="13086">300</cx:pt>
          <cx:pt idx="13087">175</cx:pt>
          <cx:pt idx="13088">250</cx:pt>
          <cx:pt idx="13089">100</cx:pt>
          <cx:pt idx="13090">120</cx:pt>
          <cx:pt idx="13091">85</cx:pt>
          <cx:pt idx="13092">130</cx:pt>
          <cx:pt idx="13093">175</cx:pt>
          <cx:pt idx="13094">80</cx:pt>
          <cx:pt idx="13095">35</cx:pt>
          <cx:pt idx="13096">149</cx:pt>
          <cx:pt idx="13097">80</cx:pt>
          <cx:pt idx="13098">120</cx:pt>
          <cx:pt idx="13099">70</cx:pt>
          <cx:pt idx="13100">143</cx:pt>
          <cx:pt idx="13101">106</cx:pt>
          <cx:pt idx="13102">200</cx:pt>
          <cx:pt idx="13103">80</cx:pt>
          <cx:pt idx="13104">75</cx:pt>
          <cx:pt idx="13105">270</cx:pt>
          <cx:pt idx="13106">520</cx:pt>
          <cx:pt idx="13107">150</cx:pt>
          <cx:pt idx="13108">129</cx:pt>
          <cx:pt idx="13109">135</cx:pt>
          <cx:pt idx="13110">105</cx:pt>
          <cx:pt idx="13111">62</cx:pt>
          <cx:pt idx="13112">250</cx:pt>
          <cx:pt idx="13113">199</cx:pt>
          <cx:pt idx="13114">257</cx:pt>
          <cx:pt idx="13115">105</cx:pt>
          <cx:pt idx="13116">110</cx:pt>
          <cx:pt idx="13117">150</cx:pt>
          <cx:pt idx="13118">200</cx:pt>
          <cx:pt idx="13119">135</cx:pt>
          <cx:pt idx="13120">150</cx:pt>
          <cx:pt idx="13121">280</cx:pt>
          <cx:pt idx="13122">80</cx:pt>
          <cx:pt idx="13123">261</cx:pt>
          <cx:pt idx="13124">220</cx:pt>
          <cx:pt idx="13125">60</cx:pt>
          <cx:pt idx="13126">110</cx:pt>
          <cx:pt idx="13127">133</cx:pt>
          <cx:pt idx="13128">90</cx:pt>
          <cx:pt idx="13129">220</cx:pt>
          <cx:pt idx="13130">113</cx:pt>
          <cx:pt idx="13131">195</cx:pt>
          <cx:pt idx="13132">110</cx:pt>
          <cx:pt idx="13133">104</cx:pt>
          <cx:pt idx="13134">49</cx:pt>
          <cx:pt idx="13135">44</cx:pt>
          <cx:pt idx="13136">182</cx:pt>
          <cx:pt idx="13137">195</cx:pt>
          <cx:pt idx="13138">250</cx:pt>
          <cx:pt idx="13139">200</cx:pt>
          <cx:pt idx="13140">120</cx:pt>
          <cx:pt idx="13141">155</cx:pt>
          <cx:pt idx="13142">199</cx:pt>
          <cx:pt idx="13143">225</cx:pt>
          <cx:pt idx="13144">65</cx:pt>
          <cx:pt idx="13145">100</cx:pt>
          <cx:pt idx="13146">220</cx:pt>
          <cx:pt idx="13147">142</cx:pt>
          <cx:pt idx="13148">110</cx:pt>
          <cx:pt idx="13149">375</cx:pt>
          <cx:pt idx="13150">140</cx:pt>
          <cx:pt idx="13151">135</cx:pt>
          <cx:pt idx="13152">62</cx:pt>
          <cx:pt idx="13153">74</cx:pt>
          <cx:pt idx="13154">150</cx:pt>
          <cx:pt idx="13155">90</cx:pt>
          <cx:pt idx="13156">74</cx:pt>
          <cx:pt idx="13157">126</cx:pt>
          <cx:pt idx="13158">58</cx:pt>
          <cx:pt idx="13159">80</cx:pt>
          <cx:pt idx="13160">180</cx:pt>
          <cx:pt idx="13161">250</cx:pt>
          <cx:pt idx="13162">153</cx:pt>
          <cx:pt idx="13163">100</cx:pt>
          <cx:pt idx="13164">170</cx:pt>
          <cx:pt idx="13165">100</cx:pt>
          <cx:pt idx="13166">100</cx:pt>
          <cx:pt idx="13167">100</cx:pt>
          <cx:pt idx="13168">158</cx:pt>
          <cx:pt idx="13169">150</cx:pt>
          <cx:pt idx="13170">110</cx:pt>
          <cx:pt idx="13171">169</cx:pt>
          <cx:pt idx="13172">105</cx:pt>
          <cx:pt idx="13173">250</cx:pt>
          <cx:pt idx="13174">191</cx:pt>
          <cx:pt idx="13175">100</cx:pt>
          <cx:pt idx="13176">92</cx:pt>
          <cx:pt idx="13177">200</cx:pt>
          <cx:pt idx="13178">150</cx:pt>
          <cx:pt idx="13179">290</cx:pt>
          <cx:pt idx="13180">321</cx:pt>
          <cx:pt idx="13181">130</cx:pt>
          <cx:pt idx="13182">80</cx:pt>
          <cx:pt idx="13183">140</cx:pt>
          <cx:pt idx="13184">110</cx:pt>
          <cx:pt idx="13185">240</cx:pt>
          <cx:pt idx="13186">250</cx:pt>
          <cx:pt idx="13187">84</cx:pt>
          <cx:pt idx="13188">70</cx:pt>
          <cx:pt idx="13189">95</cx:pt>
          <cx:pt idx="13190">210</cx:pt>
          <cx:pt idx="13191">169</cx:pt>
          <cx:pt idx="13192">145</cx:pt>
          <cx:pt idx="13193">200</cx:pt>
          <cx:pt idx="13194">150</cx:pt>
          <cx:pt idx="13195">98</cx:pt>
          <cx:pt idx="13196">72</cx:pt>
          <cx:pt idx="13197">149</cx:pt>
          <cx:pt idx="13198">87</cx:pt>
          <cx:pt idx="13199">109</cx:pt>
          <cx:pt idx="13200">100</cx:pt>
          <cx:pt idx="13201">110</cx:pt>
          <cx:pt idx="13202">140</cx:pt>
          <cx:pt idx="13203">115</cx:pt>
          <cx:pt idx="13204">140</cx:pt>
          <cx:pt idx="13205">190</cx:pt>
          <cx:pt idx="13206">120</cx:pt>
          <cx:pt idx="13207">193</cx:pt>
          <cx:pt idx="13208">150</cx:pt>
          <cx:pt idx="13209">250</cx:pt>
          <cx:pt idx="13210">200</cx:pt>
          <cx:pt idx="13211">180</cx:pt>
          <cx:pt idx="13212">320</cx:pt>
          <cx:pt idx="13213">150</cx:pt>
          <cx:pt idx="13214">79</cx:pt>
          <cx:pt idx="13215">145</cx:pt>
          <cx:pt idx="13216">255</cx:pt>
          <cx:pt idx="13217">135</cx:pt>
          <cx:pt idx="13218">120</cx:pt>
          <cx:pt idx="13219">153</cx:pt>
          <cx:pt idx="13220">109</cx:pt>
          <cx:pt idx="13221">68</cx:pt>
          <cx:pt idx="13222">195</cx:pt>
          <cx:pt idx="13223">120</cx:pt>
          <cx:pt idx="13224">71</cx:pt>
          <cx:pt idx="13225">103</cx:pt>
          <cx:pt idx="13226">71</cx:pt>
          <cx:pt idx="13227">125</cx:pt>
          <cx:pt idx="13228">90</cx:pt>
          <cx:pt idx="13229">100</cx:pt>
          <cx:pt idx="13230">450</cx:pt>
          <cx:pt idx="13231">220</cx:pt>
          <cx:pt idx="13232">210</cx:pt>
          <cx:pt idx="13233">170</cx:pt>
          <cx:pt idx="13234">47</cx:pt>
          <cx:pt idx="13235">140</cx:pt>
          <cx:pt idx="13236">78</cx:pt>
          <cx:pt idx="13237">160</cx:pt>
          <cx:pt idx="13238">130</cx:pt>
          <cx:pt idx="13239">150</cx:pt>
          <cx:pt idx="13240">100</cx:pt>
          <cx:pt idx="13241">50</cx:pt>
          <cx:pt idx="13242">82</cx:pt>
          <cx:pt idx="13243">69</cx:pt>
          <cx:pt idx="13244">179</cx:pt>
          <cx:pt idx="13245">300</cx:pt>
          <cx:pt idx="13246">159</cx:pt>
          <cx:pt idx="13247">150</cx:pt>
          <cx:pt idx="13248">120</cx:pt>
          <cx:pt idx="13249">165</cx:pt>
          <cx:pt idx="13250">200</cx:pt>
          <cx:pt idx="13251">145</cx:pt>
          <cx:pt idx="13252">100</cx:pt>
          <cx:pt idx="13253">225</cx:pt>
          <cx:pt idx="13254">184</cx:pt>
          <cx:pt idx="13255">179</cx:pt>
          <cx:pt idx="13256">125</cx:pt>
          <cx:pt idx="13257">200</cx:pt>
          <cx:pt idx="13258">199</cx:pt>
          <cx:pt idx="13259">279</cx:pt>
          <cx:pt idx="13260">200</cx:pt>
          <cx:pt idx="13261">150</cx:pt>
          <cx:pt idx="13262">364</cx:pt>
          <cx:pt idx="13263">110</cx:pt>
          <cx:pt idx="13264">42</cx:pt>
          <cx:pt idx="13265">200</cx:pt>
          <cx:pt idx="13266">110</cx:pt>
          <cx:pt idx="13267">100</cx:pt>
          <cx:pt idx="13268">179</cx:pt>
          <cx:pt idx="13269">110</cx:pt>
          <cx:pt idx="13270">140</cx:pt>
          <cx:pt idx="13271">130</cx:pt>
          <cx:pt idx="13272">180</cx:pt>
          <cx:pt idx="13273">120</cx:pt>
          <cx:pt idx="13274">130</cx:pt>
          <cx:pt idx="13275">160</cx:pt>
          <cx:pt idx="13276">112</cx:pt>
          <cx:pt idx="13277">130</cx:pt>
          <cx:pt idx="13278">100</cx:pt>
          <cx:pt idx="13279">280</cx:pt>
          <cx:pt idx="13280">115</cx:pt>
          <cx:pt idx="13281">342</cx:pt>
          <cx:pt idx="13282">498</cx:pt>
          <cx:pt idx="13283">140</cx:pt>
          <cx:pt idx="13284">100</cx:pt>
          <cx:pt idx="13285">297</cx:pt>
          <cx:pt idx="13286">110</cx:pt>
          <cx:pt idx="13287">86</cx:pt>
          <cx:pt idx="13288">85</cx:pt>
          <cx:pt idx="13289">135</cx:pt>
          <cx:pt idx="13290">165</cx:pt>
          <cx:pt idx="13291">80</cx:pt>
          <cx:pt idx="13292">340</cx:pt>
          <cx:pt idx="13293">360</cx:pt>
          <cx:pt idx="13294">120</cx:pt>
          <cx:pt idx="13295">120</cx:pt>
          <cx:pt idx="13296">189</cx:pt>
          <cx:pt idx="13297">115</cx:pt>
          <cx:pt idx="13298">125</cx:pt>
          <cx:pt idx="13299">179</cx:pt>
          <cx:pt idx="13300">43</cx:pt>
          <cx:pt idx="13301">40</cx:pt>
          <cx:pt idx="13302">125</cx:pt>
          <cx:pt idx="13303">98</cx:pt>
          <cx:pt idx="13304">299</cx:pt>
          <cx:pt idx="13305">69</cx:pt>
          <cx:pt idx="13306">62</cx:pt>
          <cx:pt idx="13307">180</cx:pt>
          <cx:pt idx="13308">150</cx:pt>
          <cx:pt idx="13309">200</cx:pt>
          <cx:pt idx="13310">95</cx:pt>
          <cx:pt idx="13311">110</cx:pt>
          <cx:pt idx="13312">75</cx:pt>
          <cx:pt idx="13313">100</cx:pt>
          <cx:pt idx="13314">55</cx:pt>
          <cx:pt idx="13315">145</cx:pt>
          <cx:pt idx="13316">75</cx:pt>
          <cx:pt idx="13317">150</cx:pt>
          <cx:pt idx="13318">315</cx:pt>
          <cx:pt idx="13319">103</cx:pt>
          <cx:pt idx="13320">120</cx:pt>
          <cx:pt idx="13321">324</cx:pt>
          <cx:pt idx="13322">100</cx:pt>
          <cx:pt idx="13323">390</cx:pt>
          <cx:pt idx="13324">90</cx:pt>
          <cx:pt idx="13325">121</cx:pt>
          <cx:pt idx="13326">130</cx:pt>
          <cx:pt idx="13327">96</cx:pt>
          <cx:pt idx="13328">118</cx:pt>
          <cx:pt idx="13329">95</cx:pt>
          <cx:pt idx="13330">179</cx:pt>
          <cx:pt idx="13331">199</cx:pt>
          <cx:pt idx="13332">200</cx:pt>
          <cx:pt idx="13333">180</cx:pt>
          <cx:pt idx="13334">200</cx:pt>
          <cx:pt idx="13335">83</cx:pt>
          <cx:pt idx="13336">130</cx:pt>
          <cx:pt idx="13337">181</cx:pt>
          <cx:pt idx="13338">152</cx:pt>
          <cx:pt idx="13339">149</cx:pt>
          <cx:pt idx="13340">500</cx:pt>
          <cx:pt idx="13341">90</cx:pt>
          <cx:pt idx="13342">169</cx:pt>
          <cx:pt idx="13343">180</cx:pt>
          <cx:pt idx="13344">151</cx:pt>
          <cx:pt idx="13345">223</cx:pt>
          <cx:pt idx="13346">244</cx:pt>
          <cx:pt idx="13347">329</cx:pt>
          <cx:pt idx="13348">80</cx:pt>
          <cx:pt idx="13349">393</cx:pt>
          <cx:pt idx="13350">110</cx:pt>
          <cx:pt idx="13351">89</cx:pt>
          <cx:pt idx="13352">83</cx:pt>
          <cx:pt idx="13353">100</cx:pt>
          <cx:pt idx="13354">350</cx:pt>
          <cx:pt idx="13355">450</cx:pt>
          <cx:pt idx="13356">65</cx:pt>
          <cx:pt idx="13357">200</cx:pt>
          <cx:pt idx="13358">127</cx:pt>
          <cx:pt idx="13359">250</cx:pt>
          <cx:pt idx="13360">79</cx:pt>
          <cx:pt idx="13361">130</cx:pt>
          <cx:pt idx="13362">95</cx:pt>
          <cx:pt idx="13363">160</cx:pt>
          <cx:pt idx="13364">104</cx:pt>
          <cx:pt idx="13365">110</cx:pt>
          <cx:pt idx="13366">200</cx:pt>
          <cx:pt idx="13367">150</cx:pt>
          <cx:pt idx="13368">74</cx:pt>
          <cx:pt idx="13369">250</cx:pt>
          <cx:pt idx="13370">125</cx:pt>
          <cx:pt idx="13371">400</cx:pt>
          <cx:pt idx="13372">110</cx:pt>
          <cx:pt idx="13373">115</cx:pt>
          <cx:pt idx="13374">150</cx:pt>
          <cx:pt idx="13375">70</cx:pt>
          <cx:pt idx="13376">33</cx:pt>
          <cx:pt idx="13377">150</cx:pt>
          <cx:pt idx="13378">52</cx:pt>
          <cx:pt idx="13379">202</cx:pt>
          <cx:pt idx="13380">125</cx:pt>
          <cx:pt idx="13381">60</cx:pt>
          <cx:pt idx="13382">300</cx:pt>
          <cx:pt idx="13383">300</cx:pt>
          <cx:pt idx="13384">70</cx:pt>
          <cx:pt idx="13385">120</cx:pt>
          <cx:pt idx="13386">85</cx:pt>
          <cx:pt idx="13387">180</cx:pt>
          <cx:pt idx="13388">225</cx:pt>
          <cx:pt idx="13389">35</cx:pt>
          <cx:pt idx="13390">75</cx:pt>
          <cx:pt idx="13391">186</cx:pt>
          <cx:pt idx="13392">165</cx:pt>
          <cx:pt idx="13393">50</cx:pt>
          <cx:pt idx="13394">200</cx:pt>
          <cx:pt idx="13395">80</cx:pt>
          <cx:pt idx="13396">125</cx:pt>
          <cx:pt idx="13397">250</cx:pt>
          <cx:pt idx="13398">250</cx:pt>
          <cx:pt idx="13399">60</cx:pt>
          <cx:pt idx="13400">145</cx:pt>
          <cx:pt idx="13401">91</cx:pt>
          <cx:pt idx="13402">480</cx:pt>
          <cx:pt idx="13403">100</cx:pt>
          <cx:pt idx="13404">350</cx:pt>
          <cx:pt idx="13405">149</cx:pt>
          <cx:pt idx="13406">181</cx:pt>
          <cx:pt idx="13407">130</cx:pt>
          <cx:pt idx="13408">250</cx:pt>
          <cx:pt idx="13409">100</cx:pt>
          <cx:pt idx="13410">75</cx:pt>
          <cx:pt idx="13411">148</cx:pt>
          <cx:pt idx="13412">100</cx:pt>
          <cx:pt idx="13413">250</cx:pt>
          <cx:pt idx="13414">105</cx:pt>
          <cx:pt idx="13415">71</cx:pt>
          <cx:pt idx="13416">100</cx:pt>
          <cx:pt idx="13417">300</cx:pt>
          <cx:pt idx="13418">40</cx:pt>
          <cx:pt idx="13419">220</cx:pt>
          <cx:pt idx="13420">175</cx:pt>
          <cx:pt idx="13421">150</cx:pt>
          <cx:pt idx="13422">120</cx:pt>
          <cx:pt idx="13423">65</cx:pt>
          <cx:pt idx="13424">59</cx:pt>
          <cx:pt idx="13425">150</cx:pt>
          <cx:pt idx="13426">400</cx:pt>
          <cx:pt idx="13427">70</cx:pt>
          <cx:pt idx="13428">90</cx:pt>
          <cx:pt idx="13429">70</cx:pt>
          <cx:pt idx="13430">95</cx:pt>
          <cx:pt idx="13431">84</cx:pt>
          <cx:pt idx="13432">150</cx:pt>
          <cx:pt idx="13433">200</cx:pt>
          <cx:pt idx="13434">125</cx:pt>
          <cx:pt idx="13435">47</cx:pt>
          <cx:pt idx="13436">30</cx:pt>
          <cx:pt idx="13437">149</cx:pt>
          <cx:pt idx="13438">75</cx:pt>
          <cx:pt idx="13439">72</cx:pt>
          <cx:pt idx="13440">85</cx:pt>
          <cx:pt idx="13441">193</cx:pt>
          <cx:pt idx="13442">96</cx:pt>
          <cx:pt idx="13443">60</cx:pt>
          <cx:pt idx="13444">250</cx:pt>
          <cx:pt idx="13445">100</cx:pt>
          <cx:pt idx="13446">244</cx:pt>
          <cx:pt idx="13447">143</cx:pt>
          <cx:pt idx="13448">75</cx:pt>
          <cx:pt idx="13449">120</cx:pt>
          <cx:pt idx="13450">150</cx:pt>
          <cx:pt idx="13451">120</cx:pt>
          <cx:pt idx="13452">140</cx:pt>
          <cx:pt idx="13453">281</cx:pt>
          <cx:pt idx="13454">309</cx:pt>
          <cx:pt idx="13455">60</cx:pt>
          <cx:pt idx="13456">74</cx:pt>
          <cx:pt idx="13457">135</cx:pt>
          <cx:pt idx="13458">90</cx:pt>
          <cx:pt idx="13459">119</cx:pt>
          <cx:pt idx="13460">100</cx:pt>
          <cx:pt idx="13461">180</cx:pt>
          <cx:pt idx="13462">160</cx:pt>
          <cx:pt idx="13463">60</cx:pt>
          <cx:pt idx="13464">75</cx:pt>
          <cx:pt idx="13465">123</cx:pt>
          <cx:pt idx="13466">100</cx:pt>
          <cx:pt idx="13467">145</cx:pt>
          <cx:pt idx="13468">100</cx:pt>
          <cx:pt idx="13469">200</cx:pt>
          <cx:pt idx="13470">115</cx:pt>
          <cx:pt idx="13471">130</cx:pt>
          <cx:pt idx="13472">150</cx:pt>
          <cx:pt idx="13473">145</cx:pt>
          <cx:pt idx="13474">126</cx:pt>
          <cx:pt idx="13475">45</cx:pt>
          <cx:pt idx="13476">130</cx:pt>
          <cx:pt idx="13477">60</cx:pt>
          <cx:pt idx="13478">60</cx:pt>
          <cx:pt idx="13479">50</cx:pt>
          <cx:pt idx="13480">185</cx:pt>
          <cx:pt idx="13481">150</cx:pt>
          <cx:pt idx="13482">105</cx:pt>
          <cx:pt idx="13483">130</cx:pt>
          <cx:pt idx="13484">200</cx:pt>
          <cx:pt idx="13485">170</cx:pt>
          <cx:pt idx="13486">94</cx:pt>
          <cx:pt idx="13487">349</cx:pt>
          <cx:pt idx="13488">57</cx:pt>
          <cx:pt idx="13489">122</cx:pt>
          <cx:pt idx="13490">165</cx:pt>
          <cx:pt idx="13491">167</cx:pt>
          <cx:pt idx="13492">109</cx:pt>
          <cx:pt idx="13493">65</cx:pt>
          <cx:pt idx="13494">140</cx:pt>
          <cx:pt idx="13495">125</cx:pt>
          <cx:pt idx="13496">99</cx:pt>
          <cx:pt idx="13497">391</cx:pt>
          <cx:pt idx="13498">100</cx:pt>
          <cx:pt idx="13499">100</cx:pt>
          <cx:pt idx="13500">139</cx:pt>
          <cx:pt idx="13501">135</cx:pt>
          <cx:pt idx="13502">197</cx:pt>
          <cx:pt idx="13503">81</cx:pt>
          <cx:pt idx="13504">130</cx:pt>
          <cx:pt idx="13505">130</cx:pt>
          <cx:pt idx="13506">95</cx:pt>
          <cx:pt idx="13507">148</cx:pt>
          <cx:pt idx="13508">201</cx:pt>
          <cx:pt idx="13509">41</cx:pt>
          <cx:pt idx="13510">160</cx:pt>
          <cx:pt idx="13511">185</cx:pt>
          <cx:pt idx="13512">45</cx:pt>
          <cx:pt idx="13513">50</cx:pt>
          <cx:pt idx="13514">186</cx:pt>
          <cx:pt idx="13515">60</cx:pt>
          <cx:pt idx="13516">79</cx:pt>
          <cx:pt idx="13517">300</cx:pt>
          <cx:pt idx="13518">240</cx:pt>
          <cx:pt idx="13519">211</cx:pt>
          <cx:pt idx="13520">105</cx:pt>
          <cx:pt idx="13521">199</cx:pt>
          <cx:pt idx="13522">87</cx:pt>
          <cx:pt idx="13523">150</cx:pt>
          <cx:pt idx="13524">96</cx:pt>
          <cx:pt idx="13525">150</cx:pt>
          <cx:pt idx="13526">102</cx:pt>
          <cx:pt idx="13527">203</cx:pt>
          <cx:pt idx="13528">200</cx:pt>
          <cx:pt idx="13529">200</cx:pt>
          <cx:pt idx="13530">300</cx:pt>
          <cx:pt idx="13531">86</cx:pt>
          <cx:pt idx="13532">199</cx:pt>
          <cx:pt idx="13533">300</cx:pt>
          <cx:pt idx="13534">55</cx:pt>
          <cx:pt idx="13535">99</cx:pt>
          <cx:pt idx="13536">130</cx:pt>
          <cx:pt idx="13537">165</cx:pt>
          <cx:pt idx="13538">80</cx:pt>
          <cx:pt idx="13539">150</cx:pt>
          <cx:pt idx="13540">200</cx:pt>
          <cx:pt idx="13541">125</cx:pt>
          <cx:pt idx="13542">98</cx:pt>
          <cx:pt idx="13543">110</cx:pt>
          <cx:pt idx="13544">500</cx:pt>
          <cx:pt idx="13545">170</cx:pt>
          <cx:pt idx="13546">175</cx:pt>
          <cx:pt idx="13547">100</cx:pt>
          <cx:pt idx="13548">150</cx:pt>
          <cx:pt idx="13549">124</cx:pt>
          <cx:pt idx="13550">218</cx:pt>
          <cx:pt idx="13551">221</cx:pt>
          <cx:pt idx="13552">138</cx:pt>
          <cx:pt idx="13553">350</cx:pt>
          <cx:pt idx="13554">31</cx:pt>
          <cx:pt idx="13555">165</cx:pt>
          <cx:pt idx="13556">120</cx:pt>
          <cx:pt idx="13557">260</cx:pt>
          <cx:pt idx="13558">237</cx:pt>
          <cx:pt idx="13559">430</cx:pt>
          <cx:pt idx="13560">243</cx:pt>
          <cx:pt idx="13561">39</cx:pt>
          <cx:pt idx="13562">190</cx:pt>
          <cx:pt idx="13563">204</cx:pt>
          <cx:pt idx="13564">89</cx:pt>
          <cx:pt idx="13565">320</cx:pt>
          <cx:pt idx="13566">100</cx:pt>
          <cx:pt idx="13567">500</cx:pt>
          <cx:pt idx="13568">140</cx:pt>
          <cx:pt idx="13569">40</cx:pt>
          <cx:pt idx="13570">70</cx:pt>
          <cx:pt idx="13571">83</cx:pt>
          <cx:pt idx="13572">141</cx:pt>
          <cx:pt idx="13573">150</cx:pt>
          <cx:pt idx="13574">150</cx:pt>
          <cx:pt idx="13575">60</cx:pt>
          <cx:pt idx="13576">350</cx:pt>
          <cx:pt idx="13577">70</cx:pt>
          <cx:pt idx="13578">223</cx:pt>
          <cx:pt idx="13579">82</cx:pt>
          <cx:pt idx="13580">150</cx:pt>
          <cx:pt idx="13581">180</cx:pt>
          <cx:pt idx="13582">200</cx:pt>
          <cx:pt idx="13583">110</cx:pt>
          <cx:pt idx="13584">81</cx:pt>
          <cx:pt idx="13585">125</cx:pt>
          <cx:pt idx="13586">172</cx:pt>
          <cx:pt idx="13587">130</cx:pt>
          <cx:pt idx="13588">100</cx:pt>
          <cx:pt idx="13589">350</cx:pt>
          <cx:pt idx="13590">129</cx:pt>
          <cx:pt idx="13591">182</cx:pt>
          <cx:pt idx="13592">100</cx:pt>
          <cx:pt idx="13593">46</cx:pt>
          <cx:pt idx="13594">396</cx:pt>
          <cx:pt idx="13595">250</cx:pt>
          <cx:pt idx="13596">155</cx:pt>
          <cx:pt idx="13597">150</cx:pt>
          <cx:pt idx="13598">250</cx:pt>
          <cx:pt idx="13599">50</cx:pt>
          <cx:pt idx="13600">150</cx:pt>
          <cx:pt idx="13601">179</cx:pt>
          <cx:pt idx="13602">160</cx:pt>
          <cx:pt idx="13603">155</cx:pt>
          <cx:pt idx="13604">175</cx:pt>
          <cx:pt idx="13605">285</cx:pt>
          <cx:pt idx="13606">110</cx:pt>
          <cx:pt idx="13607">82</cx:pt>
          <cx:pt idx="13608">450</cx:pt>
          <cx:pt idx="13609">450</cx:pt>
          <cx:pt idx="13610">175</cx:pt>
          <cx:pt idx="13611">110</cx:pt>
          <cx:pt idx="13612">180</cx:pt>
          <cx:pt idx="13613">300</cx:pt>
          <cx:pt idx="13614">28</cx:pt>
          <cx:pt idx="13615">125</cx:pt>
          <cx:pt idx="13616">200</cx:pt>
          <cx:pt idx="13617">400</cx:pt>
          <cx:pt idx="13618">187</cx:pt>
          <cx:pt idx="13619">200</cx:pt>
          <cx:pt idx="13620">35</cx:pt>
          <cx:pt idx="13621">250</cx:pt>
          <cx:pt idx="13622">190</cx:pt>
          <cx:pt idx="13623">280</cx:pt>
          <cx:pt idx="13624">166</cx:pt>
          <cx:pt idx="13625">180</cx:pt>
          <cx:pt idx="13626">187</cx:pt>
          <cx:pt idx="13627">208</cx:pt>
          <cx:pt idx="13628">180</cx:pt>
          <cx:pt idx="13629">135</cx:pt>
          <cx:pt idx="13630">145</cx:pt>
          <cx:pt idx="13631">155</cx:pt>
          <cx:pt idx="13632">76</cx:pt>
          <cx:pt idx="13633">199</cx:pt>
          <cx:pt idx="13634">120</cx:pt>
          <cx:pt idx="13635">109</cx:pt>
          <cx:pt idx="13636">90</cx:pt>
          <cx:pt idx="13637">334</cx:pt>
          <cx:pt idx="13638">180</cx:pt>
          <cx:pt idx="13639">37</cx:pt>
          <cx:pt idx="13640">75</cx:pt>
          <cx:pt idx="13641">200</cx:pt>
          <cx:pt idx="13642">100</cx:pt>
          <cx:pt idx="13643">156</cx:pt>
          <cx:pt idx="13644">156</cx:pt>
          <cx:pt idx="13645">196</cx:pt>
          <cx:pt idx="13646">216</cx:pt>
          <cx:pt idx="13647">231</cx:pt>
          <cx:pt idx="13648">125</cx:pt>
          <cx:pt idx="13649">60</cx:pt>
          <cx:pt idx="13650">99</cx:pt>
          <cx:pt idx="13651">78</cx:pt>
          <cx:pt idx="13652">175</cx:pt>
          <cx:pt idx="13653">150</cx:pt>
          <cx:pt idx="13654">50</cx:pt>
          <cx:pt idx="13655">178</cx:pt>
          <cx:pt idx="13656">195</cx:pt>
          <cx:pt idx="13657">499</cx:pt>
          <cx:pt idx="13658">70</cx:pt>
          <cx:pt idx="13659">99</cx:pt>
          <cx:pt idx="13660">75</cx:pt>
          <cx:pt idx="13661">98</cx:pt>
          <cx:pt idx="13662">150</cx:pt>
          <cx:pt idx="13663">109</cx:pt>
          <cx:pt idx="13664">106</cx:pt>
          <cx:pt idx="13665">170</cx:pt>
          <cx:pt idx="13666">250</cx:pt>
          <cx:pt idx="13667">70</cx:pt>
          <cx:pt idx="13668">70</cx:pt>
          <cx:pt idx="13669">70</cx:pt>
          <cx:pt idx="13670">60</cx:pt>
          <cx:pt idx="13671">150</cx:pt>
          <cx:pt idx="13672">425</cx:pt>
          <cx:pt idx="13673">56</cx:pt>
          <cx:pt idx="13674">490</cx:pt>
          <cx:pt idx="13675">104</cx:pt>
          <cx:pt idx="13676">100</cx:pt>
          <cx:pt idx="13677">123</cx:pt>
          <cx:pt idx="13678">60</cx:pt>
          <cx:pt idx="13679">95</cx:pt>
          <cx:pt idx="13680">150</cx:pt>
          <cx:pt idx="13681">298</cx:pt>
          <cx:pt idx="13682">177</cx:pt>
          <cx:pt idx="13683">125</cx:pt>
          <cx:pt idx="13684">100</cx:pt>
          <cx:pt idx="13685">99</cx:pt>
          <cx:pt idx="13686">75</cx:pt>
          <cx:pt idx="13687">95</cx:pt>
          <cx:pt idx="13688">150</cx:pt>
          <cx:pt idx="13689">175</cx:pt>
          <cx:pt idx="13690">73</cx:pt>
          <cx:pt idx="13691">199</cx:pt>
          <cx:pt idx="13692">90</cx:pt>
          <cx:pt idx="13693">120</cx:pt>
          <cx:pt idx="13694">279</cx:pt>
          <cx:pt idx="13695">125</cx:pt>
          <cx:pt idx="13696">200</cx:pt>
          <cx:pt idx="13697">93</cx:pt>
          <cx:pt idx="13698">99</cx:pt>
          <cx:pt idx="13699">85</cx:pt>
          <cx:pt idx="13700">99</cx:pt>
          <cx:pt idx="13701">80</cx:pt>
          <cx:pt idx="13702">75</cx:pt>
          <cx:pt idx="13703">95</cx:pt>
          <cx:pt idx="13704">75</cx:pt>
          <cx:pt idx="13705">99</cx:pt>
          <cx:pt idx="13706">59</cx:pt>
          <cx:pt idx="13707">199</cx:pt>
          <cx:pt idx="13708">95</cx:pt>
          <cx:pt idx="13709">85</cx:pt>
          <cx:pt idx="13710">135</cx:pt>
          <cx:pt idx="13711">155</cx:pt>
          <cx:pt idx="13712">141</cx:pt>
          <cx:pt idx="13713">150</cx:pt>
          <cx:pt idx="13714">119</cx:pt>
          <cx:pt idx="13715">300</cx:pt>
          <cx:pt idx="13716">70</cx:pt>
          <cx:pt idx="13717">70</cx:pt>
          <cx:pt idx="13718">70</cx:pt>
          <cx:pt idx="13719">50</cx:pt>
          <cx:pt idx="13720">226</cx:pt>
          <cx:pt idx="13721">350</cx:pt>
          <cx:pt idx="13722">91</cx:pt>
          <cx:pt idx="13723">339</cx:pt>
          <cx:pt idx="13724">160</cx:pt>
          <cx:pt idx="13725">39</cx:pt>
          <cx:pt idx="13726">140</cx:pt>
          <cx:pt idx="13727">113</cx:pt>
          <cx:pt idx="13728">124</cx:pt>
          <cx:pt idx="13729">85</cx:pt>
          <cx:pt idx="13730">33</cx:pt>
          <cx:pt idx="13731">140</cx:pt>
          <cx:pt idx="13732">150</cx:pt>
          <cx:pt idx="13733">179</cx:pt>
          <cx:pt idx="13734">201</cx:pt>
          <cx:pt idx="13735">80</cx:pt>
          <cx:pt idx="13736">85</cx:pt>
          <cx:pt idx="13737">90</cx:pt>
          <cx:pt idx="13738">120</cx:pt>
          <cx:pt idx="13739">183</cx:pt>
          <cx:pt idx="13740">310</cx:pt>
          <cx:pt idx="13741">381</cx:pt>
          <cx:pt idx="13742">150</cx:pt>
          <cx:pt idx="13743">215</cx:pt>
          <cx:pt idx="13744">42</cx:pt>
          <cx:pt idx="13745">120</cx:pt>
          <cx:pt idx="13746">101</cx:pt>
          <cx:pt idx="13747">120</cx:pt>
          <cx:pt idx="13748">55</cx:pt>
          <cx:pt idx="13749">168</cx:pt>
          <cx:pt idx="13750">175</cx:pt>
          <cx:pt idx="13751">39</cx:pt>
          <cx:pt idx="13752">65</cx:pt>
          <cx:pt idx="13753">99</cx:pt>
          <cx:pt idx="13754">175</cx:pt>
          <cx:pt idx="13755">72</cx:pt>
          <cx:pt idx="13756">313</cx:pt>
          <cx:pt idx="13757">48</cx:pt>
          <cx:pt idx="13758">48</cx:pt>
          <cx:pt idx="13759">200</cx:pt>
          <cx:pt idx="13760">90</cx:pt>
          <cx:pt idx="13761">50</cx:pt>
          <cx:pt idx="13762">80</cx:pt>
          <cx:pt idx="13763">80</cx:pt>
          <cx:pt idx="13764">139</cx:pt>
          <cx:pt idx="13765">250</cx:pt>
          <cx:pt idx="13766">479</cx:pt>
          <cx:pt idx="13767">100</cx:pt>
          <cx:pt idx="13768">300</cx:pt>
          <cx:pt idx="13769">250</cx:pt>
          <cx:pt idx="13770">80</cx:pt>
          <cx:pt idx="13771">149</cx:pt>
          <cx:pt idx="13772">49</cx:pt>
          <cx:pt idx="13773">130</cx:pt>
          <cx:pt idx="13774">249</cx:pt>
          <cx:pt idx="13775">67</cx:pt>
          <cx:pt idx="13776">230</cx:pt>
          <cx:pt idx="13777">95</cx:pt>
          <cx:pt idx="13778">139</cx:pt>
          <cx:pt idx="13779">180</cx:pt>
          <cx:pt idx="13780">125</cx:pt>
          <cx:pt idx="13781">50</cx:pt>
          <cx:pt idx="13782">180</cx:pt>
          <cx:pt idx="13783">90</cx:pt>
          <cx:pt idx="13784">49</cx:pt>
          <cx:pt idx="13785">117</cx:pt>
          <cx:pt idx="13786">499</cx:pt>
          <cx:pt idx="13787">286</cx:pt>
          <cx:pt idx="13788">250</cx:pt>
          <cx:pt idx="13789">85</cx:pt>
          <cx:pt idx="13790">180</cx:pt>
          <cx:pt idx="13791">74</cx:pt>
          <cx:pt idx="13792">110</cx:pt>
          <cx:pt idx="13793">150</cx:pt>
          <cx:pt idx="13794">98</cx:pt>
          <cx:pt idx="13795">129</cx:pt>
          <cx:pt idx="13796">174</cx:pt>
          <cx:pt idx="13797">193</cx:pt>
          <cx:pt idx="13798">223</cx:pt>
          <cx:pt idx="13799">286</cx:pt>
          <cx:pt idx="13800">261</cx:pt>
          <cx:pt idx="13801">284</cx:pt>
          <cx:pt idx="13802">369</cx:pt>
          <cx:pt idx="13803">186</cx:pt>
          <cx:pt idx="13804">80</cx:pt>
          <cx:pt idx="13805">125</cx:pt>
          <cx:pt idx="13806">180</cx:pt>
          <cx:pt idx="13807">100</cx:pt>
          <cx:pt idx="13808">95</cx:pt>
          <cx:pt idx="13809">174</cx:pt>
          <cx:pt idx="13810">475</cx:pt>
          <cx:pt idx="13811">150</cx:pt>
          <cx:pt idx="13812">80</cx:pt>
          <cx:pt idx="13813">273</cx:pt>
          <cx:pt idx="13814">79</cx:pt>
          <cx:pt idx="13815">203</cx:pt>
          <cx:pt idx="13816">120</cx:pt>
          <cx:pt idx="13817">69</cx:pt>
          <cx:pt idx="13818">175</cx:pt>
          <cx:pt idx="13819">110</cx:pt>
          <cx:pt idx="13820">511</cx:pt>
          <cx:pt idx="13821">450</cx:pt>
          <cx:pt idx="13822">65</cx:pt>
          <cx:pt idx="13823">49</cx:pt>
          <cx:pt idx="13824">113</cx:pt>
          <cx:pt idx="13825">133</cx:pt>
          <cx:pt idx="13826">145</cx:pt>
          <cx:pt idx="13827">109</cx:pt>
          <cx:pt idx="13828">234</cx:pt>
          <cx:pt idx="13829">80</cx:pt>
          <cx:pt idx="13830">81</cx:pt>
          <cx:pt idx="13831">195</cx:pt>
          <cx:pt idx="13832">164</cx:pt>
          <cx:pt idx="13833">164</cx:pt>
          <cx:pt idx="13834">89</cx:pt>
          <cx:pt idx="13835">75</cx:pt>
          <cx:pt idx="13836">120</cx:pt>
          <cx:pt idx="13837">150</cx:pt>
          <cx:pt idx="13838">121</cx:pt>
          <cx:pt idx="13839">53</cx:pt>
          <cx:pt idx="13840">64</cx:pt>
          <cx:pt idx="13841">125</cx:pt>
          <cx:pt idx="13842">134</cx:pt>
          <cx:pt idx="13843">215</cx:pt>
          <cx:pt idx="13844">108</cx:pt>
          <cx:pt idx="13845">134</cx:pt>
          <cx:pt idx="13846">175</cx:pt>
          <cx:pt idx="13847">180</cx:pt>
          <cx:pt idx="13848">100</cx:pt>
          <cx:pt idx="13849">275</cx:pt>
          <cx:pt idx="13850">99</cx:pt>
          <cx:pt idx="13851">120</cx:pt>
          <cx:pt idx="13852">90</cx:pt>
          <cx:pt idx="13853">120</cx:pt>
          <cx:pt idx="13854">134</cx:pt>
          <cx:pt idx="13855">279</cx:pt>
          <cx:pt idx="13856">173</cx:pt>
          <cx:pt idx="13857">39</cx:pt>
          <cx:pt idx="13858">65</cx:pt>
          <cx:pt idx="13859">90</cx:pt>
          <cx:pt idx="13860">350</cx:pt>
          <cx:pt idx="13861">114</cx:pt>
          <cx:pt idx="13862">150</cx:pt>
          <cx:pt idx="13863">87</cx:pt>
          <cx:pt idx="13864">126</cx:pt>
          <cx:pt idx="13865">208</cx:pt>
          <cx:pt idx="13866">95</cx:pt>
          <cx:pt idx="13867">118</cx:pt>
          <cx:pt idx="13868">87</cx:pt>
          <cx:pt idx="13869">164</cx:pt>
          <cx:pt idx="13870">160</cx:pt>
          <cx:pt idx="13871">73</cx:pt>
          <cx:pt idx="13872">154</cx:pt>
          <cx:pt idx="13873">194</cx:pt>
          <cx:pt idx="13874">154</cx:pt>
          <cx:pt idx="13875">175</cx:pt>
          <cx:pt idx="13876">130</cx:pt>
          <cx:pt idx="13877">125</cx:pt>
          <cx:pt idx="13878">125</cx:pt>
          <cx:pt idx="13879">97</cx:pt>
          <cx:pt idx="13880">104</cx:pt>
          <cx:pt idx="13881">92</cx:pt>
          <cx:pt idx="13882">325</cx:pt>
          <cx:pt idx="13883">69</cx:pt>
          <cx:pt idx="13884">95</cx:pt>
          <cx:pt idx="13885">80</cx:pt>
          <cx:pt idx="13886">140</cx:pt>
          <cx:pt idx="13887">175</cx:pt>
          <cx:pt idx="13888">45</cx:pt>
          <cx:pt idx="13889">121</cx:pt>
          <cx:pt idx="13890">89</cx:pt>
          <cx:pt idx="13891">114</cx:pt>
          <cx:pt idx="13892">90</cx:pt>
          <cx:pt idx="13893">146</cx:pt>
          <cx:pt idx="13894">170</cx:pt>
          <cx:pt idx="13895">141</cx:pt>
          <cx:pt idx="13896">80</cx:pt>
          <cx:pt idx="13897">140</cx:pt>
          <cx:pt idx="13898">128</cx:pt>
          <cx:pt idx="13899">115</cx:pt>
          <cx:pt idx="13900">180</cx:pt>
          <cx:pt idx="13901">162</cx:pt>
          <cx:pt idx="13902">135</cx:pt>
          <cx:pt idx="13903">95</cx:pt>
          <cx:pt idx="13904">115</cx:pt>
          <cx:pt idx="13905">69</cx:pt>
          <cx:pt idx="13906">129</cx:pt>
          <cx:pt idx="13907">129</cx:pt>
          <cx:pt idx="13908">129</cx:pt>
          <cx:pt idx="13909">350</cx:pt>
          <cx:pt idx="13910">130</cx:pt>
          <cx:pt idx="13911">50</cx:pt>
          <cx:pt idx="13912">146</cx:pt>
          <cx:pt idx="13913">84</cx:pt>
          <cx:pt idx="13914">130</cx:pt>
          <cx:pt idx="13915">148</cx:pt>
          <cx:pt idx="13916">93</cx:pt>
          <cx:pt idx="13917">144</cx:pt>
          <cx:pt idx="13918">110</cx:pt>
          <cx:pt idx="13919">150</cx:pt>
          <cx:pt idx="13920">70</cx:pt>
          <cx:pt idx="13921">75</cx:pt>
          <cx:pt idx="13922">145</cx:pt>
          <cx:pt idx="13923">120</cx:pt>
          <cx:pt idx="13924">70</cx:pt>
          <cx:pt idx="13925">79</cx:pt>
          <cx:pt idx="13926">69</cx:pt>
          <cx:pt idx="13927">150</cx:pt>
          <cx:pt idx="13928">124</cx:pt>
          <cx:pt idx="13929">45</cx:pt>
          <cx:pt idx="13930">235</cx:pt>
          <cx:pt idx="13931">281</cx:pt>
          <cx:pt idx="13932">100</cx:pt>
          <cx:pt idx="13933">128</cx:pt>
          <cx:pt idx="13934">125</cx:pt>
          <cx:pt idx="13935">30</cx:pt>
          <cx:pt idx="13936">30</cx:pt>
          <cx:pt idx="13937">181</cx:pt>
          <cx:pt idx="13938">82</cx:pt>
          <cx:pt idx="13939">452</cx:pt>
          <cx:pt idx="13940">180</cx:pt>
          <cx:pt idx="13941">149</cx:pt>
          <cx:pt idx="13942">80</cx:pt>
          <cx:pt idx="13943">112</cx:pt>
          <cx:pt idx="13944">245</cx:pt>
          <cx:pt idx="13945">40</cx:pt>
          <cx:pt idx="13946">163</cx:pt>
          <cx:pt idx="13947">250</cx:pt>
          <cx:pt idx="13948">245</cx:pt>
          <cx:pt idx="13949">100</cx:pt>
          <cx:pt idx="13950">215</cx:pt>
          <cx:pt idx="13951">280</cx:pt>
          <cx:pt idx="13952">100</cx:pt>
          <cx:pt idx="13953">107</cx:pt>
          <cx:pt idx="13954">100</cx:pt>
          <cx:pt idx="13955">87</cx:pt>
          <cx:pt idx="13956">150</cx:pt>
          <cx:pt idx="13957">110</cx:pt>
          <cx:pt idx="13958">63</cx:pt>
          <cx:pt idx="13959">70</cx:pt>
          <cx:pt idx="13960">120</cx:pt>
          <cx:pt idx="13961">200</cx:pt>
          <cx:pt idx="13962">200</cx:pt>
          <cx:pt idx="13963">81</cx:pt>
          <cx:pt idx="13964">375</cx:pt>
          <cx:pt idx="13965">107</cx:pt>
          <cx:pt idx="13966">120</cx:pt>
          <cx:pt idx="13967">138</cx:pt>
          <cx:pt idx="13968">350</cx:pt>
          <cx:pt idx="13969">75</cx:pt>
          <cx:pt idx="13970">91</cx:pt>
          <cx:pt idx="13971">110</cx:pt>
          <cx:pt idx="13972">42</cx:pt>
          <cx:pt idx="13973">55</cx:pt>
          <cx:pt idx="13974">110</cx:pt>
          <cx:pt idx="13975">120</cx:pt>
          <cx:pt idx="13976">92</cx:pt>
          <cx:pt idx="13977">266</cx:pt>
          <cx:pt idx="13978">174</cx:pt>
          <cx:pt idx="13979">80</cx:pt>
          <cx:pt idx="13980">120</cx:pt>
          <cx:pt idx="13981">79</cx:pt>
          <cx:pt idx="13982">80</cx:pt>
          <cx:pt idx="13983">90</cx:pt>
          <cx:pt idx="13984">230</cx:pt>
          <cx:pt idx="13985">127</cx:pt>
          <cx:pt idx="13986">249</cx:pt>
          <cx:pt idx="13987">150</cx:pt>
          <cx:pt idx="13988">245</cx:pt>
          <cx:pt idx="13989">84</cx:pt>
          <cx:pt idx="13990">179</cx:pt>
          <cx:pt idx="13991">200</cx:pt>
          <cx:pt idx="13992">90</cx:pt>
          <cx:pt idx="13993">185</cx:pt>
          <cx:pt idx="13994">158</cx:pt>
          <cx:pt idx="13995">143</cx:pt>
          <cx:pt idx="13996">60</cx:pt>
          <cx:pt idx="13997">448</cx:pt>
          <cx:pt idx="13998">500</cx:pt>
          <cx:pt idx="13999">100</cx:pt>
          <cx:pt idx="14000">132</cx:pt>
          <cx:pt idx="14001">115</cx:pt>
          <cx:pt idx="14002">125</cx:pt>
          <cx:pt idx="14003">85</cx:pt>
          <cx:pt idx="14004">150</cx:pt>
          <cx:pt idx="14005">89</cx:pt>
          <cx:pt idx="14006">125</cx:pt>
          <cx:pt idx="14007">141</cx:pt>
          <cx:pt idx="14008">44</cx:pt>
          <cx:pt idx="14009">85</cx:pt>
          <cx:pt idx="14010">86</cx:pt>
          <cx:pt idx="14011">131</cx:pt>
          <cx:pt idx="14012">250</cx:pt>
          <cx:pt idx="14013">155</cx:pt>
          <cx:pt idx="14014">70</cx:pt>
          <cx:pt idx="14015">150</cx:pt>
          <cx:pt idx="14016">75</cx:pt>
          <cx:pt idx="14017">141</cx:pt>
          <cx:pt idx="14018">102</cx:pt>
          <cx:pt idx="14019">200</cx:pt>
          <cx:pt idx="14020">55</cx:pt>
          <cx:pt idx="14021">30</cx:pt>
          <cx:pt idx="14022">180</cx:pt>
          <cx:pt idx="14023">100</cx:pt>
          <cx:pt idx="14024">295</cx:pt>
          <cx:pt idx="14025">131</cx:pt>
          <cx:pt idx="14026">240</cx:pt>
          <cx:pt idx="14027">342</cx:pt>
          <cx:pt idx="14028">119</cx:pt>
          <cx:pt idx="14029">184</cx:pt>
          <cx:pt idx="14030">283</cx:pt>
          <cx:pt idx="14031">119</cx:pt>
          <cx:pt idx="14032">175</cx:pt>
          <cx:pt idx="14033">97</cx:pt>
          <cx:pt idx="14034">80</cx:pt>
          <cx:pt idx="14035">400</cx:pt>
          <cx:pt idx="14036">125</cx:pt>
          <cx:pt idx="14037">220</cx:pt>
          <cx:pt idx="14038">130</cx:pt>
          <cx:pt idx="14039">265</cx:pt>
          <cx:pt idx="14040">183</cx:pt>
          <cx:pt idx="14041">173</cx:pt>
          <cx:pt idx="14042">184</cx:pt>
          <cx:pt idx="14043">284</cx:pt>
          <cx:pt idx="14044">220</cx:pt>
          <cx:pt idx="14045">121</cx:pt>
          <cx:pt idx="14046">200</cx:pt>
          <cx:pt idx="14047">165</cx:pt>
          <cx:pt idx="14048">150</cx:pt>
          <cx:pt idx="14049">258</cx:pt>
          <cx:pt idx="14050">111</cx:pt>
          <cx:pt idx="14051">122</cx:pt>
          <cx:pt idx="14052">147</cx:pt>
          <cx:pt idx="14053">191</cx:pt>
          <cx:pt idx="14054">216</cx:pt>
          <cx:pt idx="14055">169</cx:pt>
          <cx:pt idx="14056">122</cx:pt>
          <cx:pt idx="14057">149</cx:pt>
          <cx:pt idx="14058">99</cx:pt>
          <cx:pt idx="14059">99</cx:pt>
          <cx:pt idx="14060">155</cx:pt>
          <cx:pt idx="14061">220</cx:pt>
          <cx:pt idx="14062">100</cx:pt>
          <cx:pt idx="14063">150</cx:pt>
          <cx:pt idx="14064">249</cx:pt>
          <cx:pt idx="14065">97</cx:pt>
          <cx:pt idx="14066">120</cx:pt>
          <cx:pt idx="14067">169</cx:pt>
          <cx:pt idx="14068">149</cx:pt>
          <cx:pt idx="14069">220</cx:pt>
          <cx:pt idx="14070">120</cx:pt>
          <cx:pt idx="14071">185</cx:pt>
          <cx:pt idx="14072">175</cx:pt>
          <cx:pt idx="14073">183</cx:pt>
          <cx:pt idx="14074">166</cx:pt>
          <cx:pt idx="14075">144</cx:pt>
          <cx:pt idx="14076">94</cx:pt>
          <cx:pt idx="14077">249</cx:pt>
          <cx:pt idx="14078">110</cx:pt>
          <cx:pt idx="14079">89</cx:pt>
          <cx:pt idx="14080">78</cx:pt>
          <cx:pt idx="14081">150</cx:pt>
          <cx:pt idx="14082">450</cx:pt>
          <cx:pt idx="14083">120</cx:pt>
          <cx:pt idx="14084">60</cx:pt>
          <cx:pt idx="14085">175</cx:pt>
          <cx:pt idx="14086">199</cx:pt>
          <cx:pt idx="14087">140</cx:pt>
          <cx:pt idx="14088">182</cx:pt>
          <cx:pt idx="14089">159</cx:pt>
          <cx:pt idx="14090">75</cx:pt>
          <cx:pt idx="14091">216</cx:pt>
          <cx:pt idx="14092">139</cx:pt>
          <cx:pt idx="14093">140</cx:pt>
          <cx:pt idx="14094">183</cx:pt>
          <cx:pt idx="14095">120</cx:pt>
          <cx:pt idx="14096">129</cx:pt>
          <cx:pt idx="14097">164</cx:pt>
          <cx:pt idx="14098">104</cx:pt>
          <cx:pt idx="14099">134</cx:pt>
          <cx:pt idx="14100">92</cx:pt>
          <cx:pt idx="14101">165</cx:pt>
          <cx:pt idx="14102">300</cx:pt>
          <cx:pt idx="14103">100</cx:pt>
          <cx:pt idx="14104">65</cx:pt>
          <cx:pt idx="14105">100</cx:pt>
          <cx:pt idx="14106">181</cx:pt>
          <cx:pt idx="14107">129</cx:pt>
          <cx:pt idx="14108">120</cx:pt>
          <cx:pt idx="14109">75</cx:pt>
          <cx:pt idx="14110">74</cx:pt>
          <cx:pt idx="14111">20</cx:pt>
          <cx:pt idx="14112">90</cx:pt>
          <cx:pt idx="14113">90</cx:pt>
          <cx:pt idx="14114">134</cx:pt>
          <cx:pt idx="14115">89</cx:pt>
          <cx:pt idx="14116">100</cx:pt>
          <cx:pt idx="14117">160</cx:pt>
          <cx:pt idx="14118">81</cx:pt>
          <cx:pt idx="14119">90</cx:pt>
          <cx:pt idx="14120">74</cx:pt>
          <cx:pt idx="14121">74</cx:pt>
          <cx:pt idx="14122">75</cx:pt>
          <cx:pt idx="14123">250</cx:pt>
          <cx:pt idx="14124">125</cx:pt>
          <cx:pt idx="14125">225</cx:pt>
          <cx:pt idx="14126">250</cx:pt>
          <cx:pt idx="14127">206</cx:pt>
          <cx:pt idx="14128">110</cx:pt>
          <cx:pt idx="14129">106</cx:pt>
          <cx:pt idx="14130">115</cx:pt>
          <cx:pt idx="14131">180</cx:pt>
          <cx:pt idx="14132">130</cx:pt>
          <cx:pt idx="14133">120</cx:pt>
          <cx:pt idx="14134">90</cx:pt>
          <cx:pt idx="14135">170</cx:pt>
          <cx:pt idx="14136">250</cx:pt>
          <cx:pt idx="14137">150</cx:pt>
          <cx:pt idx="14138">73</cx:pt>
          <cx:pt idx="14139">91</cx:pt>
          <cx:pt idx="14140">95</cx:pt>
          <cx:pt idx="14141">126</cx:pt>
          <cx:pt idx="14142">167</cx:pt>
          <cx:pt idx="14143">167</cx:pt>
          <cx:pt idx="14144">94</cx:pt>
          <cx:pt idx="14145">317</cx:pt>
          <cx:pt idx="14146">50</cx:pt>
          <cx:pt idx="14147">253</cx:pt>
          <cx:pt idx="14148">85</cx:pt>
          <cx:pt idx="14149">80</cx:pt>
          <cx:pt idx="14150">24</cx:pt>
          <cx:pt idx="14151">259</cx:pt>
          <cx:pt idx="14152">120</cx:pt>
          <cx:pt idx="14153">301</cx:pt>
          <cx:pt idx="14154">72</cx:pt>
          <cx:pt idx="14155">149</cx:pt>
          <cx:pt idx="14156">82</cx:pt>
          <cx:pt idx="14157">83</cx:pt>
          <cx:pt idx="14158">65</cx:pt>
          <cx:pt idx="14159">89</cx:pt>
          <cx:pt idx="14160">51</cx:pt>
          <cx:pt idx="14161">133</cx:pt>
          <cx:pt idx="14162">57</cx:pt>
          <cx:pt idx="14163">71</cx:pt>
          <cx:pt idx="14164">62</cx:pt>
          <cx:pt idx="14165">400</cx:pt>
          <cx:pt idx="14166">90</cx:pt>
          <cx:pt idx="14167">100</cx:pt>
          <cx:pt idx="14168">117</cx:pt>
          <cx:pt idx="14169">100</cx:pt>
          <cx:pt idx="14170">156</cx:pt>
          <cx:pt idx="14171">160</cx:pt>
          <cx:pt idx="14172">93</cx:pt>
          <cx:pt idx="14173">70</cx:pt>
          <cx:pt idx="14174">160</cx:pt>
          <cx:pt idx="14175">91</cx:pt>
          <cx:pt idx="14176">149</cx:pt>
          <cx:pt idx="14177">85</cx:pt>
          <cx:pt idx="14178">148</cx:pt>
          <cx:pt idx="14179">148</cx:pt>
          <cx:pt idx="14180">135</cx:pt>
          <cx:pt idx="14181">134</cx:pt>
          <cx:pt idx="14182">99</cx:pt>
          <cx:pt idx="14183">140</cx:pt>
          <cx:pt idx="14184">145</cx:pt>
          <cx:pt idx="14185">180</cx:pt>
          <cx:pt idx="14186">120</cx:pt>
          <cx:pt idx="14187">52</cx:pt>
          <cx:pt idx="14188">88</cx:pt>
          <cx:pt idx="14189">129</cx:pt>
          <cx:pt idx="14190">100</cx:pt>
          <cx:pt idx="14191">325</cx:pt>
          <cx:pt idx="14192">65</cx:pt>
          <cx:pt idx="14193">75</cx:pt>
          <cx:pt idx="14194">120</cx:pt>
          <cx:pt idx="14195">125</cx:pt>
          <cx:pt idx="14196">180</cx:pt>
          <cx:pt idx="14197">144</cx:pt>
          <cx:pt idx="14198">75</cx:pt>
          <cx:pt idx="14199">127</cx:pt>
          <cx:pt idx="14200">99</cx:pt>
          <cx:pt idx="14201">318</cx:pt>
          <cx:pt idx="14202">86</cx:pt>
          <cx:pt idx="14203">84</cx:pt>
          <cx:pt idx="14204">127</cx:pt>
          <cx:pt idx="14205">125</cx:pt>
          <cx:pt idx="14206">140</cx:pt>
          <cx:pt idx="14207">92</cx:pt>
          <cx:pt idx="14208">170</cx:pt>
          <cx:pt idx="14209">82</cx:pt>
          <cx:pt idx="14210">96</cx:pt>
          <cx:pt idx="14211">119</cx:pt>
          <cx:pt idx="14212">131</cx:pt>
          <cx:pt idx="14213">99</cx:pt>
          <cx:pt idx="14214">36</cx:pt>
          <cx:pt idx="14215">73</cx:pt>
          <cx:pt idx="14216">61</cx:pt>
          <cx:pt idx="14217">98</cx:pt>
          <cx:pt idx="14218">158</cx:pt>
          <cx:pt idx="14219">143</cx:pt>
          <cx:pt idx="14220">83</cx:pt>
          <cx:pt idx="14221">113</cx:pt>
          <cx:pt idx="14222">173</cx:pt>
          <cx:pt idx="14223">118</cx:pt>
          <cx:pt idx="14224">193</cx:pt>
          <cx:pt idx="14225">158</cx:pt>
          <cx:pt idx="14226">168</cx:pt>
          <cx:pt idx="14227">210</cx:pt>
          <cx:pt idx="14228">180</cx:pt>
          <cx:pt idx="14229">125</cx:pt>
          <cx:pt idx="14230">196</cx:pt>
          <cx:pt idx="14231">191</cx:pt>
          <cx:pt idx="14232">168</cx:pt>
          <cx:pt idx="14233">180</cx:pt>
          <cx:pt idx="14234">210</cx:pt>
          <cx:pt idx="14235">268</cx:pt>
          <cx:pt idx="14236">201</cx:pt>
          <cx:pt idx="14237">93</cx:pt>
          <cx:pt idx="14238">131</cx:pt>
          <cx:pt idx="14239">500</cx:pt>
          <cx:pt idx="14240">73</cx:pt>
          <cx:pt idx="14241">71</cx:pt>
          <cx:pt idx="14242">73</cx:pt>
          <cx:pt idx="14243">96</cx:pt>
          <cx:pt idx="14244">73</cx:pt>
          <cx:pt idx="14245">55</cx:pt>
          <cx:pt idx="14246">50</cx:pt>
          <cx:pt idx="14247">55</cx:pt>
          <cx:pt idx="14248">98</cx:pt>
          <cx:pt idx="14249">88</cx:pt>
          <cx:pt idx="14250">81</cx:pt>
          <cx:pt idx="14251">85</cx:pt>
          <cx:pt idx="14252">250</cx:pt>
          <cx:pt idx="14253">160</cx:pt>
          <cx:pt idx="14254">74</cx:pt>
          <cx:pt idx="14255">148</cx:pt>
          <cx:pt idx="14256">100</cx:pt>
          <cx:pt idx="14257">110</cx:pt>
          <cx:pt idx="14258">80</cx:pt>
          <cx:pt idx="14259">142</cx:pt>
          <cx:pt idx="14260">91</cx:pt>
          <cx:pt idx="14261">125</cx:pt>
          <cx:pt idx="14262">36</cx:pt>
          <cx:pt idx="14263">50</cx:pt>
          <cx:pt idx="14264">150</cx:pt>
          <cx:pt idx="14265">276</cx:pt>
          <cx:pt idx="14266">119</cx:pt>
          <cx:pt idx="14267">106</cx:pt>
          <cx:pt idx="14268">152</cx:pt>
          <cx:pt idx="14269">123</cx:pt>
          <cx:pt idx="14270">420</cx:pt>
          <cx:pt idx="14271">89</cx:pt>
          <cx:pt idx="14272">108</cx:pt>
          <cx:pt idx="14273">47</cx:pt>
          <cx:pt idx="14274">47</cx:pt>
          <cx:pt idx="14275">105</cx:pt>
          <cx:pt idx="14276">100</cx:pt>
          <cx:pt idx="14277">77</cx:pt>
          <cx:pt idx="14278">58</cx:pt>
          <cx:pt idx="14279">139</cx:pt>
          <cx:pt idx="14280">114</cx:pt>
          <cx:pt idx="14281">114</cx:pt>
          <cx:pt idx="14282">114</cx:pt>
          <cx:pt idx="14283">131</cx:pt>
          <cx:pt idx="14284">153</cx:pt>
          <cx:pt idx="14285">113</cx:pt>
          <cx:pt idx="14286">150</cx:pt>
          <cx:pt idx="14287">143</cx:pt>
          <cx:pt idx="14288">277</cx:pt>
          <cx:pt idx="14289">207</cx:pt>
          <cx:pt idx="14290">400</cx:pt>
          <cx:pt idx="14291">250</cx:pt>
          <cx:pt idx="14292">70</cx:pt>
          <cx:pt idx="14293">169</cx:pt>
          <cx:pt idx="14294">85</cx:pt>
          <cx:pt idx="14295">175</cx:pt>
          <cx:pt idx="14296">146</cx:pt>
          <cx:pt idx="14297">139</cx:pt>
          <cx:pt idx="14298">35</cx:pt>
          <cx:pt idx="14299">85</cx:pt>
          <cx:pt idx="14300">93</cx:pt>
          <cx:pt idx="14301">269</cx:pt>
          <cx:pt idx="14302">52</cx:pt>
          <cx:pt idx="14303">69</cx:pt>
          <cx:pt idx="14304">67</cx:pt>
          <cx:pt idx="14305">67</cx:pt>
          <cx:pt idx="14306">61</cx:pt>
          <cx:pt idx="14307">67</cx:pt>
          <cx:pt idx="14308">61</cx:pt>
          <cx:pt idx="14309">69</cx:pt>
          <cx:pt idx="14310">63</cx:pt>
          <cx:pt idx="14311">69</cx:pt>
          <cx:pt idx="14312">69</cx:pt>
          <cx:pt idx="14313">119</cx:pt>
          <cx:pt idx="14314">96</cx:pt>
          <cx:pt idx="14315">131</cx:pt>
          <cx:pt idx="14316">73</cx:pt>
          <cx:pt idx="14317">73</cx:pt>
          <cx:pt idx="14318">73</cx:pt>
          <cx:pt idx="14319">65</cx:pt>
          <cx:pt idx="14320">130</cx:pt>
          <cx:pt idx="14321">162</cx:pt>
          <cx:pt idx="14322">80</cx:pt>
          <cx:pt idx="14323">135</cx:pt>
          <cx:pt idx="14324">90</cx:pt>
          <cx:pt idx="14325">153</cx:pt>
          <cx:pt idx="14326">125</cx:pt>
          <cx:pt idx="14327">90</cx:pt>
          <cx:pt idx="14328">101</cx:pt>
          <cx:pt idx="14329">89</cx:pt>
          <cx:pt idx="14330">89</cx:pt>
          <cx:pt idx="14331">29</cx:pt>
          <cx:pt idx="14332">107</cx:pt>
          <cx:pt idx="14333">107</cx:pt>
          <cx:pt idx="14334">50</cx:pt>
          <cx:pt idx="14335">150</cx:pt>
          <cx:pt idx="14336">108</cx:pt>
          <cx:pt idx="14337">113</cx:pt>
          <cx:pt idx="14338">167</cx:pt>
          <cx:pt idx="14339">164</cx:pt>
          <cx:pt idx="14340">187</cx:pt>
          <cx:pt idx="14341">252</cx:pt>
          <cx:pt idx="14342">364</cx:pt>
          <cx:pt idx="14343">462</cx:pt>
          <cx:pt idx="14344">150</cx:pt>
          <cx:pt idx="14345">380</cx:pt>
          <cx:pt idx="14346">60</cx:pt>
          <cx:pt idx="14347">175</cx:pt>
          <cx:pt idx="14348">130</cx:pt>
          <cx:pt idx="14349">300</cx:pt>
          <cx:pt idx="14350">160</cx:pt>
          <cx:pt idx="14351">139</cx:pt>
          <cx:pt idx="14352">65</cx:pt>
          <cx:pt idx="14353">120</cx:pt>
          <cx:pt idx="14354">175</cx:pt>
          <cx:pt idx="14355">175</cx:pt>
          <cx:pt idx="14356">150</cx:pt>
          <cx:pt idx="14357">47</cx:pt>
          <cx:pt idx="14358">140</cx:pt>
          <cx:pt idx="14359">45</cx:pt>
          <cx:pt idx="14360">126</cx:pt>
          <cx:pt idx="14361">109</cx:pt>
          <cx:pt idx="14362">50</cx:pt>
          <cx:pt idx="14363">81</cx:pt>
          <cx:pt idx="14364">94</cx:pt>
          <cx:pt idx="14365">182</cx:pt>
          <cx:pt idx="14366">146</cx:pt>
          <cx:pt idx="14367">300</cx:pt>
          <cx:pt idx="14368">239</cx:pt>
          <cx:pt idx="14369">78</cx:pt>
          <cx:pt idx="14370">76</cx:pt>
          <cx:pt idx="14371">85</cx:pt>
          <cx:pt idx="14372">45</cx:pt>
          <cx:pt idx="14373">110</cx:pt>
          <cx:pt idx="14374">46</cx:pt>
          <cx:pt idx="14375">188</cx:pt>
          <cx:pt idx="14376">175</cx:pt>
          <cx:pt idx="14377">80</cx:pt>
          <cx:pt idx="14378">207</cx:pt>
          <cx:pt idx="14379">60</cx:pt>
          <cx:pt idx="14380">63</cx:pt>
          <cx:pt idx="14381">60</cx:pt>
          <cx:pt idx="14382">60</cx:pt>
          <cx:pt idx="14383">70</cx:pt>
          <cx:pt idx="14384">89</cx:pt>
          <cx:pt idx="14385">74</cx:pt>
          <cx:pt idx="14386">59</cx:pt>
          <cx:pt idx="14387">57</cx:pt>
          <cx:pt idx="14388">59</cx:pt>
          <cx:pt idx="14389">249</cx:pt>
          <cx:pt idx="14390">250</cx:pt>
          <cx:pt idx="14391">27</cx:pt>
          <cx:pt idx="14392">154</cx:pt>
          <cx:pt idx="14393">226</cx:pt>
          <cx:pt idx="14394">320</cx:pt>
          <cx:pt idx="14395">156</cx:pt>
          <cx:pt idx="14396">176</cx:pt>
          <cx:pt idx="14397">100</cx:pt>
          <cx:pt idx="14398">125</cx:pt>
          <cx:pt idx="14399">165</cx:pt>
          <cx:pt idx="14400">205</cx:pt>
          <cx:pt idx="14401">175</cx:pt>
          <cx:pt idx="14402">243</cx:pt>
          <cx:pt idx="14403">30</cx:pt>
          <cx:pt idx="14404">250</cx:pt>
          <cx:pt idx="14405">100</cx:pt>
          <cx:pt idx="14406">250</cx:pt>
          <cx:pt idx="14407">115</cx:pt>
          <cx:pt idx="14408">135</cx:pt>
          <cx:pt idx="14409">135</cx:pt>
          <cx:pt idx="14410">250</cx:pt>
          <cx:pt idx="14411">140</cx:pt>
          <cx:pt idx="14412">150</cx:pt>
          <cx:pt idx="14413">220</cx:pt>
          <cx:pt idx="14414">150</cx:pt>
          <cx:pt idx="14415">177</cx:pt>
          <cx:pt idx="14416">232</cx:pt>
          <cx:pt idx="14417">373</cx:pt>
          <cx:pt idx="14418">189</cx:pt>
          <cx:pt idx="14419">221</cx:pt>
          <cx:pt idx="14420">374</cx:pt>
          <cx:pt idx="14421">210</cx:pt>
          <cx:pt idx="14422">210</cx:pt>
          <cx:pt idx="14423">395</cx:pt>
          <cx:pt idx="14424">177</cx:pt>
          <cx:pt idx="14425">199</cx:pt>
          <cx:pt idx="14426">232</cx:pt>
          <cx:pt idx="14427">232</cx:pt>
          <cx:pt idx="14428">210</cx:pt>
          <cx:pt idx="14429">145</cx:pt>
          <cx:pt idx="14430">221</cx:pt>
          <cx:pt idx="14431">177</cx:pt>
          <cx:pt idx="14432">352</cx:pt>
          <cx:pt idx="14433">120</cx:pt>
          <cx:pt idx="14434">250</cx:pt>
          <cx:pt idx="14435">101</cx:pt>
          <cx:pt idx="14436">195</cx:pt>
          <cx:pt idx="14437">200</cx:pt>
          <cx:pt idx="14438">278</cx:pt>
          <cx:pt idx="14439">200</cx:pt>
          <cx:pt idx="14440">100</cx:pt>
          <cx:pt idx="14441">132</cx:pt>
          <cx:pt idx="14442">30</cx:pt>
          <cx:pt idx="14443">104</cx:pt>
          <cx:pt idx="14444">140</cx:pt>
          <cx:pt idx="14445">104</cx:pt>
          <cx:pt idx="14446">140</cx:pt>
          <cx:pt idx="14447">182</cx:pt>
          <cx:pt idx="14448">107</cx:pt>
          <cx:pt idx="14449">167</cx:pt>
          <cx:pt idx="14450">137</cx:pt>
          <cx:pt idx="14451">117</cx:pt>
          <cx:pt idx="14452">95</cx:pt>
          <cx:pt idx="14453">80</cx:pt>
          <cx:pt idx="14454">160</cx:pt>
          <cx:pt idx="14455">75</cx:pt>
          <cx:pt idx="14456">119</cx:pt>
          <cx:pt idx="14457">65</cx:pt>
          <cx:pt idx="14458">52</cx:pt>
          <cx:pt idx="14459">150</cx:pt>
          <cx:pt idx="14460">160</cx:pt>
          <cx:pt idx="14461">330</cx:pt>
          <cx:pt idx="14462">190</cx:pt>
          <cx:pt idx="14463">100</cx:pt>
          <cx:pt idx="14464">109</cx:pt>
          <cx:pt idx="14465">100</cx:pt>
          <cx:pt idx="14466">58</cx:pt>
          <cx:pt idx="14467">99</cx:pt>
          <cx:pt idx="14468">134</cx:pt>
          <cx:pt idx="14469">186</cx:pt>
          <cx:pt idx="14470">200</cx:pt>
          <cx:pt idx="14471">103</cx:pt>
          <cx:pt idx="14472">78</cx:pt>
          <cx:pt idx="14473">141</cx:pt>
          <cx:pt idx="14474">224</cx:pt>
          <cx:pt idx="14475">134</cx:pt>
          <cx:pt idx="14476">110</cx:pt>
          <cx:pt idx="14477">100</cx:pt>
          <cx:pt idx="14478">218</cx:pt>
          <cx:pt idx="14479">218</cx:pt>
          <cx:pt idx="14480">224</cx:pt>
          <cx:pt idx="14481">111</cx:pt>
          <cx:pt idx="14482">175</cx:pt>
          <cx:pt idx="14483">60</cx:pt>
          <cx:pt idx="14484">97</cx:pt>
          <cx:pt idx="14485">170</cx:pt>
          <cx:pt idx="14486">75</cx:pt>
          <cx:pt idx="14487">160</cx:pt>
          <cx:pt idx="14488">275</cx:pt>
          <cx:pt idx="14489">125</cx:pt>
          <cx:pt idx="14490">119</cx:pt>
          <cx:pt idx="14491">125</cx:pt>
          <cx:pt idx="14492">300</cx:pt>
          <cx:pt idx="14493">275</cx:pt>
          <cx:pt idx="14494">99</cx:pt>
          <cx:pt idx="14495">110</cx:pt>
          <cx:pt idx="14496">120</cx:pt>
          <cx:pt idx="14497">499</cx:pt>
          <cx:pt idx="14498">108</cx:pt>
          <cx:pt idx="14499">101</cx:pt>
          <cx:pt idx="14500">150</cx:pt>
          <cx:pt idx="14501">125</cx:pt>
          <cx:pt idx="14502">125</cx:pt>
          <cx:pt idx="14503">85</cx:pt>
          <cx:pt idx="14504">349</cx:pt>
          <cx:pt idx="14505">107</cx:pt>
          <cx:pt idx="14506">106</cx:pt>
          <cx:pt idx="14507">100</cx:pt>
          <cx:pt idx="14508">72</cx:pt>
          <cx:pt idx="14509">150</cx:pt>
          <cx:pt idx="14510">130</cx:pt>
          <cx:pt idx="14511">107</cx:pt>
          <cx:pt idx="14512">190</cx:pt>
          <cx:pt idx="14513">177</cx:pt>
          <cx:pt idx="14514">85</cx:pt>
          <cx:pt idx="14515">100</cx:pt>
          <cx:pt idx="14516">120</cx:pt>
          <cx:pt idx="14517">91</cx:pt>
          <cx:pt idx="14518">110</cx:pt>
          <cx:pt idx="14519">89</cx:pt>
          <cx:pt idx="14520">150</cx:pt>
          <cx:pt idx="14521">186</cx:pt>
          <cx:pt idx="14522">87</cx:pt>
          <cx:pt idx="14523">150</cx:pt>
          <cx:pt idx="14524">96</cx:pt>
          <cx:pt idx="14525">59</cx:pt>
          <cx:pt idx="14526">225</cx:pt>
          <cx:pt idx="14527">195</cx:pt>
          <cx:pt idx="14528">60</cx:pt>
          <cx:pt idx="14529">75</cx:pt>
          <cx:pt idx="14530">104</cx:pt>
          <cx:pt idx="14531">500</cx:pt>
          <cx:pt idx="14532">200</cx:pt>
          <cx:pt idx="14533">83</cx:pt>
          <cx:pt idx="14534">110</cx:pt>
          <cx:pt idx="14535">126</cx:pt>
          <cx:pt idx="14536">104</cx:pt>
          <cx:pt idx="14537">110</cx:pt>
          <cx:pt idx="14538">126</cx:pt>
          <cx:pt idx="14539">154</cx:pt>
          <cx:pt idx="14540">200</cx:pt>
          <cx:pt idx="14541">93</cx:pt>
          <cx:pt idx="14542">91</cx:pt>
          <cx:pt idx="14543">90</cx:pt>
          <cx:pt idx="14544">243</cx:pt>
          <cx:pt idx="14545">221</cx:pt>
          <cx:pt idx="14546">500</cx:pt>
          <cx:pt idx="14547">88</cx:pt>
          <cx:pt idx="14548">150</cx:pt>
          <cx:pt idx="14549">125</cx:pt>
          <cx:pt idx="14550">120</cx:pt>
          <cx:pt idx="14551">130</cx:pt>
          <cx:pt idx="14552">140</cx:pt>
          <cx:pt idx="14553">132</cx:pt>
          <cx:pt idx="14554">119</cx:pt>
          <cx:pt idx="14555">95</cx:pt>
          <cx:pt idx="14556">95</cx:pt>
          <cx:pt idx="14557">60</cx:pt>
          <cx:pt idx="14558">289</cx:pt>
          <cx:pt idx="14559">54</cx:pt>
          <cx:pt idx="14560">90</cx:pt>
          <cx:pt idx="14561">90</cx:pt>
          <cx:pt idx="14562">99</cx:pt>
          <cx:pt idx="14563">156</cx:pt>
          <cx:pt idx="14564">154</cx:pt>
          <cx:pt idx="14565">119</cx:pt>
          <cx:pt idx="14566">113</cx:pt>
          <cx:pt idx="14567">83</cx:pt>
          <cx:pt idx="14568">250</cx:pt>
          <cx:pt idx="14569">146</cx:pt>
          <cx:pt idx="14570">175</cx:pt>
          <cx:pt idx="14571">160</cx:pt>
          <cx:pt idx="14572">175</cx:pt>
          <cx:pt idx="14573">180</cx:pt>
          <cx:pt idx="14574">180</cx:pt>
          <cx:pt idx="14575">99</cx:pt>
          <cx:pt idx="14576">48</cx:pt>
          <cx:pt idx="14577">90</cx:pt>
          <cx:pt idx="14578">115</cx:pt>
          <cx:pt idx="14579">55</cx:pt>
          <cx:pt idx="14580">80</cx:pt>
          <cx:pt idx="14581">80</cx:pt>
          <cx:pt idx="14582">58</cx:pt>
          <cx:pt idx="14583">89</cx:pt>
          <cx:pt idx="14584">140</cx:pt>
          <cx:pt idx="14585">130</cx:pt>
          <cx:pt idx="14586">200</cx:pt>
          <cx:pt idx="14587">200</cx:pt>
          <cx:pt idx="14588">140</cx:pt>
          <cx:pt idx="14589">100</cx:pt>
          <cx:pt idx="14590">95</cx:pt>
          <cx:pt idx="14591">130</cx:pt>
          <cx:pt idx="14592">184</cx:pt>
          <cx:pt idx="14593">314</cx:pt>
          <cx:pt idx="14594">69</cx:pt>
          <cx:pt idx="14595">59</cx:pt>
          <cx:pt idx="14596">200</cx:pt>
          <cx:pt idx="14597">90</cx:pt>
          <cx:pt idx="14598">95</cx:pt>
          <cx:pt idx="14599">101</cx:pt>
          <cx:pt idx="14600">131</cx:pt>
          <cx:pt idx="14601">104</cx:pt>
          <cx:pt idx="14602">110</cx:pt>
          <cx:pt idx="14603">190</cx:pt>
          <cx:pt idx="14604">115</cx:pt>
          <cx:pt idx="14605">149</cx:pt>
          <cx:pt idx="14606">120</cx:pt>
          <cx:pt idx="14607">94</cx:pt>
          <cx:pt idx="14608">170</cx:pt>
          <cx:pt idx="14609">75</cx:pt>
          <cx:pt idx="14610">225</cx:pt>
          <cx:pt idx="14611">349</cx:pt>
          <cx:pt idx="14612">69</cx:pt>
          <cx:pt idx="14613">100</cx:pt>
          <cx:pt idx="14614">193</cx:pt>
          <cx:pt idx="14615">130</cx:pt>
          <cx:pt idx="14616">260</cx:pt>
          <cx:pt idx="14617">85</cx:pt>
          <cx:pt idx="14618">250</cx:pt>
          <cx:pt idx="14619">60</cx:pt>
          <cx:pt idx="14620">80</cx:pt>
          <cx:pt idx="14621">210</cx:pt>
          <cx:pt idx="14622">175</cx:pt>
          <cx:pt idx="14623">125</cx:pt>
          <cx:pt idx="14624">99</cx:pt>
          <cx:pt idx="14625">300</cx:pt>
          <cx:pt idx="14626">139</cx:pt>
          <cx:pt idx="14627">100</cx:pt>
          <cx:pt idx="14628">135</cx:pt>
          <cx:pt idx="14629">150</cx:pt>
          <cx:pt idx="14630">125</cx:pt>
          <cx:pt idx="14631">126</cx:pt>
          <cx:pt idx="14632">119</cx:pt>
          <cx:pt idx="14633">89</cx:pt>
          <cx:pt idx="14634">199</cx:pt>
          <cx:pt idx="14635">79</cx:pt>
          <cx:pt idx="14636">115</cx:pt>
          <cx:pt idx="14637">100</cx:pt>
          <cx:pt idx="14638">92</cx:pt>
          <cx:pt idx="14639">182</cx:pt>
          <cx:pt idx="14640">178</cx:pt>
          <cx:pt idx="14641">92</cx:pt>
          <cx:pt idx="14642">160</cx:pt>
          <cx:pt idx="14643">30</cx:pt>
          <cx:pt idx="14644">250</cx:pt>
          <cx:pt idx="14645">150</cx:pt>
          <cx:pt idx="14646">140</cx:pt>
          <cx:pt idx="14647">163</cx:pt>
          <cx:pt idx="14648">52</cx:pt>
          <cx:pt idx="14649">100</cx:pt>
          <cx:pt idx="14650">196</cx:pt>
          <cx:pt idx="14651">230</cx:pt>
          <cx:pt idx="14652">395</cx:pt>
          <cx:pt idx="14653">119</cx:pt>
          <cx:pt idx="14654">190</cx:pt>
          <cx:pt idx="14655">320</cx:pt>
          <cx:pt idx="14656">300</cx:pt>
          <cx:pt idx="14657">250</cx:pt>
          <cx:pt idx="14658">207</cx:pt>
          <cx:pt idx="14659">309</cx:pt>
          <cx:pt idx="14660">80</cx:pt>
          <cx:pt idx="14661">102</cx:pt>
          <cx:pt idx="14662">114</cx:pt>
          <cx:pt idx="14663">194</cx:pt>
          <cx:pt idx="14664">98</cx:pt>
          <cx:pt idx="14665">205</cx:pt>
          <cx:pt idx="14666">74</cx:pt>
          <cx:pt idx="14667">291</cx:pt>
          <cx:pt idx="14668">99</cx:pt>
          <cx:pt idx="14669">120</cx:pt>
          <cx:pt idx="14670">74</cx:pt>
          <cx:pt idx="14671">135</cx:pt>
          <cx:pt idx="14672">44</cx:pt>
          <cx:pt idx="14673">195</cx:pt>
          <cx:pt idx="14674">130</cx:pt>
          <cx:pt idx="14675">195</cx:pt>
          <cx:pt idx="14676">300</cx:pt>
          <cx:pt idx="14677">130</cx:pt>
          <cx:pt idx="14678">198</cx:pt>
          <cx:pt idx="14679">110</cx:pt>
          <cx:pt idx="14680">296</cx:pt>
          <cx:pt idx="14681">120</cx:pt>
          <cx:pt idx="14682">135</cx:pt>
          <cx:pt idx="14683">300</cx:pt>
          <cx:pt idx="14684">139</cx:pt>
          <cx:pt idx="14685">103</cx:pt>
          <cx:pt idx="14686">71</cx:pt>
          <cx:pt idx="14687">82</cx:pt>
          <cx:pt idx="14688">119</cx:pt>
          <cx:pt idx="14689">134</cx:pt>
          <cx:pt idx="14690">250</cx:pt>
          <cx:pt idx="14691">180</cx:pt>
          <cx:pt idx="14692">75</cx:pt>
          <cx:pt idx="14693">450</cx:pt>
          <cx:pt idx="14694">163</cx:pt>
          <cx:pt idx="14695">126</cx:pt>
          <cx:pt idx="14696">138</cx:pt>
          <cx:pt idx="14697">160</cx:pt>
          <cx:pt idx="14698">62</cx:pt>
          <cx:pt idx="14699">138</cx:pt>
          <cx:pt idx="14700">126</cx:pt>
          <cx:pt idx="14701">91</cx:pt>
          <cx:pt idx="14702">138</cx:pt>
          <cx:pt idx="14703">179</cx:pt>
          <cx:pt idx="14704">250</cx:pt>
          <cx:pt idx="14705">161</cx:pt>
          <cx:pt idx="14706">235</cx:pt>
          <cx:pt idx="14707">179</cx:pt>
          <cx:pt idx="14708">240</cx:pt>
          <cx:pt idx="14709">199</cx:pt>
          <cx:pt idx="14710">179</cx:pt>
          <cx:pt idx="14711">164</cx:pt>
          <cx:pt idx="14712">62</cx:pt>
          <cx:pt idx="14713">116</cx:pt>
          <cx:pt idx="14714">249</cx:pt>
          <cx:pt idx="14715">130</cx:pt>
          <cx:pt idx="14716">200</cx:pt>
          <cx:pt idx="14717">245</cx:pt>
          <cx:pt idx="14718">350</cx:pt>
          <cx:pt idx="14719">175</cx:pt>
          <cx:pt idx="14720">98</cx:pt>
          <cx:pt idx="14721">90</cx:pt>
          <cx:pt idx="14722">150</cx:pt>
          <cx:pt idx="14723">85</cx:pt>
          <cx:pt idx="14724">200</cx:pt>
          <cx:pt idx="14725">150</cx:pt>
          <cx:pt idx="14726">35</cx:pt>
          <cx:pt idx="14727">95</cx:pt>
          <cx:pt idx="14728">204</cx:pt>
          <cx:pt idx="14729">139</cx:pt>
          <cx:pt idx="14730">450</cx:pt>
          <cx:pt idx="14731">185</cx:pt>
          <cx:pt idx="14732">175</cx:pt>
          <cx:pt idx="14733">149</cx:pt>
          <cx:pt idx="14734">148</cx:pt>
          <cx:pt idx="14735">125</cx:pt>
          <cx:pt idx="14736">150</cx:pt>
          <cx:pt idx="14737">207</cx:pt>
          <cx:pt idx="14738">162</cx:pt>
          <cx:pt idx="14739">149</cx:pt>
          <cx:pt idx="14740">296</cx:pt>
          <cx:pt idx="14741">154</cx:pt>
          <cx:pt idx="14742">125</cx:pt>
          <cx:pt idx="14743">335</cx:pt>
          <cx:pt idx="14744">87</cx:pt>
          <cx:pt idx="14745">76</cx:pt>
          <cx:pt idx="14746">100</cx:pt>
          <cx:pt idx="14747">90</cx:pt>
          <cx:pt idx="14748">57</cx:pt>
          <cx:pt idx="14749">67</cx:pt>
          <cx:pt idx="14750">150</cx:pt>
          <cx:pt idx="14751">265</cx:pt>
          <cx:pt idx="14752">249</cx:pt>
          <cx:pt idx="14753">80</cx:pt>
          <cx:pt idx="14754">125</cx:pt>
          <cx:pt idx="14755">90</cx:pt>
          <cx:pt idx="14756">204</cx:pt>
          <cx:pt idx="14757">95</cx:pt>
          <cx:pt idx="14758">150</cx:pt>
          <cx:pt idx="14759">195</cx:pt>
          <cx:pt idx="14760">160</cx:pt>
          <cx:pt idx="14761">145</cx:pt>
          <cx:pt idx="14762">150</cx:pt>
          <cx:pt idx="14763">249</cx:pt>
          <cx:pt idx="14764">165</cx:pt>
          <cx:pt idx="14765">183</cx:pt>
          <cx:pt idx="14766">110</cx:pt>
          <cx:pt idx="14767">75</cx:pt>
          <cx:pt idx="14768">120</cx:pt>
          <cx:pt idx="14769">75</cx:pt>
          <cx:pt idx="14770">84</cx:pt>
          <cx:pt idx="14771">200</cx:pt>
          <cx:pt idx="14772">75</cx:pt>
          <cx:pt idx="14773">75</cx:pt>
          <cx:pt idx="14774">75</cx:pt>
          <cx:pt idx="14775">120</cx:pt>
          <cx:pt idx="14776">140</cx:pt>
          <cx:pt idx="14777">93</cx:pt>
          <cx:pt idx="14778">195</cx:pt>
          <cx:pt idx="14779">200</cx:pt>
          <cx:pt idx="14780">235</cx:pt>
          <cx:pt idx="14781">137</cx:pt>
          <cx:pt idx="14782">88</cx:pt>
          <cx:pt idx="14783">160</cx:pt>
          <cx:pt idx="14784">80</cx:pt>
          <cx:pt idx="14785">116</cx:pt>
          <cx:pt idx="14786">250</cx:pt>
          <cx:pt idx="14787">230</cx:pt>
          <cx:pt idx="14788">300</cx:pt>
          <cx:pt idx="14789">90</cx:pt>
          <cx:pt idx="14790">90</cx:pt>
          <cx:pt idx="14791">150</cx:pt>
          <cx:pt idx="14792">175</cx:pt>
          <cx:pt idx="14793">250</cx:pt>
          <cx:pt idx="14794">130</cx:pt>
          <cx:pt idx="14795">184</cx:pt>
          <cx:pt idx="14796">114</cx:pt>
          <cx:pt idx="14797">120</cx:pt>
          <cx:pt idx="14798">79</cx:pt>
          <cx:pt idx="14799">196</cx:pt>
          <cx:pt idx="14800">100</cx:pt>
          <cx:pt idx="14801">89</cx:pt>
          <cx:pt idx="14802">91</cx:pt>
          <cx:pt idx="14803">120</cx:pt>
          <cx:pt idx="14804">120</cx:pt>
          <cx:pt idx="14805">216</cx:pt>
          <cx:pt idx="14806">110</cx:pt>
          <cx:pt idx="14807">44</cx:pt>
          <cx:pt idx="14808">500</cx:pt>
          <cx:pt idx="14809">160</cx:pt>
          <cx:pt idx="14810">64</cx:pt>
          <cx:pt idx="14811">125</cx:pt>
          <cx:pt idx="14812">240</cx:pt>
          <cx:pt idx="14813">88</cx:pt>
          <cx:pt idx="14814">108</cx:pt>
          <cx:pt idx="14815">160</cx:pt>
          <cx:pt idx="14816">85</cx:pt>
          <cx:pt idx="14817">133</cx:pt>
          <cx:pt idx="14818">133</cx:pt>
          <cx:pt idx="14819">131</cx:pt>
          <cx:pt idx="14820">133</cx:pt>
          <cx:pt idx="14821">180</cx:pt>
          <cx:pt idx="14822">177</cx:pt>
          <cx:pt idx="14823">150</cx:pt>
          <cx:pt idx="14824">198</cx:pt>
          <cx:pt idx="14825">175</cx:pt>
          <cx:pt idx="14826">180</cx:pt>
          <cx:pt idx="14827">192</cx:pt>
          <cx:pt idx="14828">140</cx:pt>
          <cx:pt idx="14829">150</cx:pt>
          <cx:pt idx="14830">99</cx:pt>
          <cx:pt idx="14831">89</cx:pt>
          <cx:pt idx="14832">150</cx:pt>
          <cx:pt idx="14833">120</cx:pt>
          <cx:pt idx="14834">98</cx:pt>
          <cx:pt idx="14835">99</cx:pt>
          <cx:pt idx="14836">121</cx:pt>
          <cx:pt idx="14837">161</cx:pt>
          <cx:pt idx="14838">165</cx:pt>
          <cx:pt idx="14839">290</cx:pt>
          <cx:pt idx="14840">242</cx:pt>
          <cx:pt idx="14841">159</cx:pt>
          <cx:pt idx="14842">120</cx:pt>
          <cx:pt idx="14843">89</cx:pt>
          <cx:pt idx="14844">117</cx:pt>
          <cx:pt idx="14845">79</cx:pt>
          <cx:pt idx="14846">79</cx:pt>
          <cx:pt idx="14847">99</cx:pt>
          <cx:pt idx="14848">141</cx:pt>
          <cx:pt idx="14849">200</cx:pt>
          <cx:pt idx="14850">255</cx:pt>
          <cx:pt idx="14851">189</cx:pt>
          <cx:pt idx="14852">49</cx:pt>
          <cx:pt idx="14853">81</cx:pt>
          <cx:pt idx="14854">120</cx:pt>
          <cx:pt idx="14855">229</cx:pt>
          <cx:pt idx="14856">225</cx:pt>
          <cx:pt idx="14857">295</cx:pt>
          <cx:pt idx="14858">60</cx:pt>
          <cx:pt idx="14859">45</cx:pt>
          <cx:pt idx="14860">85</cx:pt>
          <cx:pt idx="14861">89</cx:pt>
          <cx:pt idx="14862">200</cx:pt>
          <cx:pt idx="14863">66</cx:pt>
          <cx:pt idx="14864">130</cx:pt>
          <cx:pt idx="14865">100</cx:pt>
          <cx:pt idx="14866">85</cx:pt>
          <cx:pt idx="14867">99</cx:pt>
          <cx:pt idx="14868">225</cx:pt>
          <cx:pt idx="14869">169</cx:pt>
          <cx:pt idx="14870">99</cx:pt>
          <cx:pt idx="14871">115</cx:pt>
          <cx:pt idx="14872">69</cx:pt>
          <cx:pt idx="14873">100</cx:pt>
          <cx:pt idx="14874">220</cx:pt>
          <cx:pt idx="14875">259</cx:pt>
          <cx:pt idx="14876">135</cx:pt>
          <cx:pt idx="14877">100</cx:pt>
          <cx:pt idx="14878">500</cx:pt>
          <cx:pt idx="14879">200</cx:pt>
          <cx:pt idx="14880">135</cx:pt>
          <cx:pt idx="14881">97</cx:pt>
          <cx:pt idx="14882">150</cx:pt>
          <cx:pt idx="14883">225</cx:pt>
        </cx:lvl>
      </cx:numDim>
    </cx:data>
  </cx:chartData>
  <cx:chart>
    <cx:title pos="t" align="ctr" overlay="0">
      <cx:tx>
        <cx:txData>
          <cx:v>Price Distribution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GB" sz="1400" b="0" i="0" u="none" strike="noStrike" baseline="0" dirty="0">
              <a:solidFill>
                <a:schemeClr val="tx1"/>
              </a:solidFill>
              <a:latin typeface="Aptos Narrow" panose="02110004020202020204"/>
            </a:rPr>
            <a:t>Price Distribution</a:t>
          </a:r>
        </a:p>
      </cx:txPr>
    </cx:title>
    <cx:plotArea>
      <cx:plotAreaRegion>
        <cx:series layoutId="clusteredColumn" uniqueId="{D2155209-8DF9-C244-8835-7579D47EE0F9}">
          <cx:tx>
            <cx:txData>
              <cx:f>'Clean Data'!$AA$1</cx:f>
              <cx:v>price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tle>
          <cx:tx>
            <cx:txData>
              <cx:v>Price per Night ($)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GB" sz="900" b="0" i="0" u="none" strike="noStrike" baseline="0" dirty="0">
                  <a:solidFill>
                    <a:schemeClr val="tx1"/>
                  </a:solidFill>
                  <a:latin typeface="Aptos Narrow" panose="02110004020202020204"/>
                </a:rPr>
                <a:t>Price per Night ($)</a:t>
              </a:r>
            </a:p>
          </cx:txPr>
        </cx:title>
        <cx:tickLabels/>
        <cx:numFmt formatCode="0." sourceLinked="0"/>
      </cx:axis>
      <cx:axis id="1">
        <cx:valScaling/>
        <cx:title>
          <cx:tx>
            <cx:txData>
              <cx:v>Number of Listings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GB" sz="900" b="0" i="0" u="none" strike="noStrike" baseline="0" dirty="0">
                  <a:solidFill>
                    <a:schemeClr val="tx1"/>
                  </a:solidFill>
                  <a:latin typeface="Aptos Narrow" panose="02110004020202020204"/>
                </a:rPr>
                <a:t>Number of Listings</a:t>
              </a:r>
            </a:p>
          </cx:txPr>
        </cx:title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96CD-CB60-40E7-DA7C-1358BEB4C1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Optimising Airbnb Fee Structures to Maximise Host Revenue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A4B7F-40DF-B993-5D3F-DDCA9179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1"/>
            <a:ext cx="8825658" cy="861420"/>
          </a:xfrm>
        </p:spPr>
        <p:txBody>
          <a:bodyPr/>
          <a:lstStyle/>
          <a:p>
            <a:r>
              <a:rPr lang="en-US" dirty="0"/>
              <a:t>By: Jamie Tighe</a:t>
            </a:r>
          </a:p>
        </p:txBody>
      </p:sp>
    </p:spTree>
    <p:extLst>
      <p:ext uri="{BB962C8B-B14F-4D97-AF65-F5344CB8AC3E}">
        <p14:creationId xmlns:p14="http://schemas.microsoft.com/office/powerpoint/2010/main" val="4172218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C742-5DE4-CAF3-FFF4-22426756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D43D9-2C44-B49E-3BA6-65D9B408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017" y="1865774"/>
            <a:ext cx="10652876" cy="3633151"/>
          </a:xfrm>
        </p:spPr>
        <p:txBody>
          <a:bodyPr>
            <a:normAutofit/>
          </a:bodyPr>
          <a:lstStyle/>
          <a:p>
            <a:r>
              <a:rPr lang="en-US" dirty="0"/>
              <a:t>You’re an analyst working for Airbnb, and you're doing research in order to recommend a fee structure for hosts to maximize their yearly revenue. Fees include price per night, minimum night requirements, cleaning fees, security deposits, and fees for extra guests.</a:t>
            </a:r>
            <a:endParaRPr lang="en-GB" dirty="0"/>
          </a:p>
          <a:p>
            <a:r>
              <a:rPr lang="en-US" dirty="0"/>
              <a:t>You should provide an overview of fee structures based on a variety of dimensions that describe the property (e.g., amenities, property types, etc.), then make recommendations for a fee structure based on your analysis.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Goal: Maximise host revenue via pricing and fees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71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707F-C3DA-D4A3-938A-7BCE86DC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9B38-BFAE-6CBA-7935-13407811A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519519"/>
            <a:ext cx="8946541" cy="5950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Airbnb listings dataset (Amsterdam region): 14,884 rows, 37 Columns (after cleaning)</a:t>
            </a:r>
          </a:p>
          <a:p>
            <a:endParaRPr lang="en-US" dirty="0"/>
          </a:p>
          <a:p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71E67-6533-37A4-ABFC-D377C37BB113}"/>
              </a:ext>
            </a:extLst>
          </p:cNvPr>
          <p:cNvSpPr txBox="1">
            <a:spLocks/>
          </p:cNvSpPr>
          <p:nvPr/>
        </p:nvSpPr>
        <p:spPr>
          <a:xfrm>
            <a:off x="1104292" y="2243420"/>
            <a:ext cx="4229707" cy="43859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/>
              <a:t>Cleaning Steps</a:t>
            </a:r>
          </a:p>
          <a:p>
            <a:r>
              <a:rPr lang="en-US" dirty="0"/>
              <a:t>Removed inactive listings, extreme price outliers and unnecessary columns</a:t>
            </a:r>
          </a:p>
          <a:p>
            <a:r>
              <a:rPr lang="en-US" dirty="0"/>
              <a:t>Split and categorized bathrooms (count/type)</a:t>
            </a:r>
          </a:p>
          <a:p>
            <a:r>
              <a:rPr lang="en-US" dirty="0"/>
              <a:t>Counted and created binary flags for top 10 amenities</a:t>
            </a:r>
          </a:p>
          <a:p>
            <a:r>
              <a:rPr lang="en-US" dirty="0"/>
              <a:t>Created categories for price, guest capacity, and bathroom count</a:t>
            </a:r>
          </a:p>
          <a:p>
            <a:r>
              <a:rPr lang="en-GB" dirty="0"/>
              <a:t>Converted numbers to correct format</a:t>
            </a:r>
          </a:p>
          <a:p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C0CE26-268F-EBBA-62AD-E32849B84FDC}"/>
              </a:ext>
            </a:extLst>
          </p:cNvPr>
          <p:cNvSpPr txBox="1">
            <a:spLocks/>
          </p:cNvSpPr>
          <p:nvPr/>
        </p:nvSpPr>
        <p:spPr>
          <a:xfrm>
            <a:off x="5821128" y="2243420"/>
            <a:ext cx="4484922" cy="43859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GB" dirty="0"/>
              <a:t>Tools &amp; Processes</a:t>
            </a:r>
          </a:p>
          <a:p>
            <a:r>
              <a:rPr lang="en-US" dirty="0"/>
              <a:t>Tool: Excel (PivotTables, Power Query, Charts)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Analysis Flow</a:t>
            </a:r>
          </a:p>
          <a:p>
            <a:r>
              <a:rPr lang="en-US" dirty="0"/>
              <a:t>1. Cleaned and prepared data in Excel table</a:t>
            </a:r>
          </a:p>
          <a:p>
            <a:r>
              <a:rPr lang="en-US" dirty="0"/>
              <a:t>2. Explored key features and relationships with pivots</a:t>
            </a:r>
          </a:p>
          <a:p>
            <a:r>
              <a:rPr lang="en-US" dirty="0"/>
              <a:t>3. </a:t>
            </a:r>
            <a:r>
              <a:rPr lang="en-GB" dirty="0"/>
              <a:t>Visualised price distribution, property size effects, bathroom and amenities impact</a:t>
            </a:r>
          </a:p>
          <a:p>
            <a:r>
              <a:rPr lang="en-GB" dirty="0"/>
              <a:t>4. Turned into actionable recommendations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6B15-37FD-FFF9-54D9-A26B155C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E0EE-6C57-8374-AB9B-E2CC55763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7700" y="4853490"/>
            <a:ext cx="7276600" cy="1550356"/>
          </a:xfrm>
        </p:spPr>
        <p:txBody>
          <a:bodyPr/>
          <a:lstStyle/>
          <a:p>
            <a:r>
              <a:rPr lang="en-US" dirty="0"/>
              <a:t>Most active listings are priced between $70 and $200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14A6A389-EF86-1B40-9D66-068A5F85FA8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29150444"/>
                  </p:ext>
                </p:extLst>
              </p:nvPr>
            </p:nvGraphicFramePr>
            <p:xfrm>
              <a:off x="2317750" y="1445973"/>
              <a:ext cx="7556500" cy="33147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14A6A389-EF86-1B40-9D66-068A5F85FA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7750" y="1445973"/>
                <a:ext cx="7556500" cy="33147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154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4DD9-0024-F256-FF28-13920F66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Type &amp; Guest Capacity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FF4FB91-B224-3345-896E-560E4BEDEF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325537"/>
              </p:ext>
            </p:extLst>
          </p:nvPr>
        </p:nvGraphicFramePr>
        <p:xfrm>
          <a:off x="646109" y="1491311"/>
          <a:ext cx="3807161" cy="2363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21B96CB-F4AC-7A07-987F-B25AC14971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347257"/>
              </p:ext>
            </p:extLst>
          </p:nvPr>
        </p:nvGraphicFramePr>
        <p:xfrm>
          <a:off x="4715048" y="1491311"/>
          <a:ext cx="3807160" cy="2363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B6D2EF-7B8E-BB92-29CD-D2820910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6509" y="1491311"/>
            <a:ext cx="3595491" cy="49139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Entire homes/apartments dominate the market (78% of listings) and are the most expensive (average of $161/night). Private rooms are common ($98/night), while hotels and shared rooms are rare.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Larger properties charge progressively higher nightly rates</a:t>
            </a:r>
          </a:p>
          <a:p>
            <a:endParaRPr lang="en-US" dirty="0"/>
          </a:p>
          <a:p>
            <a:r>
              <a:rPr lang="en-US" dirty="0"/>
              <a:t>Most listings target 1-4 guests (96%)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EABDB6E-D9D0-36BC-6982-C655FD2DA8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774218"/>
              </p:ext>
            </p:extLst>
          </p:nvPr>
        </p:nvGraphicFramePr>
        <p:xfrm>
          <a:off x="646110" y="4041841"/>
          <a:ext cx="3807160" cy="2363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ED3FC8D-7FC1-71C4-DC1D-5A416F0BD0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474723"/>
              </p:ext>
            </p:extLst>
          </p:nvPr>
        </p:nvGraphicFramePr>
        <p:xfrm>
          <a:off x="4487739" y="3854753"/>
          <a:ext cx="4018479" cy="2363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5904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93CD-F5AB-9792-702C-8EB1398E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Bathrooms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126BD-335B-A649-122B-2A4557B63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0405" y="1588435"/>
            <a:ext cx="3262128" cy="2154892"/>
          </a:xfrm>
        </p:spPr>
        <p:txBody>
          <a:bodyPr>
            <a:normAutofit/>
          </a:bodyPr>
          <a:lstStyle/>
          <a:p>
            <a:r>
              <a:rPr lang="en-US" dirty="0"/>
              <a:t>Private bathrooms are standard (91%) and priced higher ($155) than shared ($79)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54BD4B7-3151-3598-5815-843961F9AC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3949767"/>
              </p:ext>
            </p:extLst>
          </p:nvPr>
        </p:nvGraphicFramePr>
        <p:xfrm>
          <a:off x="299336" y="1323621"/>
          <a:ext cx="3871729" cy="2154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CDFBA25-4811-5679-0506-FD8AB094DB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998023"/>
              </p:ext>
            </p:extLst>
          </p:nvPr>
        </p:nvGraphicFramePr>
        <p:xfrm>
          <a:off x="3810000" y="125190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35A18C8-C2DA-2CD9-0BCF-8D2030963A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976343"/>
              </p:ext>
            </p:extLst>
          </p:nvPr>
        </p:nvGraphicFramePr>
        <p:xfrm>
          <a:off x="299336" y="4050012"/>
          <a:ext cx="4368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1D3BC9-6F02-36C2-03E4-34DCE6F97864}"/>
              </a:ext>
            </a:extLst>
          </p:cNvPr>
          <p:cNvSpPr txBox="1"/>
          <p:nvPr/>
        </p:nvSpPr>
        <p:spPr>
          <a:xfrm>
            <a:off x="5418667" y="4207933"/>
            <a:ext cx="629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13C9D1-295D-78EE-927E-28076CB8BBC1}"/>
              </a:ext>
            </a:extLst>
          </p:cNvPr>
          <p:cNvSpPr txBox="1">
            <a:spLocks/>
          </p:cNvSpPr>
          <p:nvPr/>
        </p:nvSpPr>
        <p:spPr>
          <a:xfrm>
            <a:off x="5287570" y="4207933"/>
            <a:ext cx="6430297" cy="23519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Listings with more bathrooms have much higher nightly rates</a:t>
            </a:r>
          </a:p>
          <a:p>
            <a:r>
              <a:rPr lang="en-US" dirty="0"/>
              <a:t>1-1.5 bathrooms are the most common with 13794 (93%) of all listings and charge an average of $141</a:t>
            </a:r>
          </a:p>
          <a:p>
            <a:r>
              <a:rPr lang="en-US" dirty="0"/>
              <a:t>2-2.5: $234 (66% increase)</a:t>
            </a:r>
          </a:p>
          <a:p>
            <a:r>
              <a:rPr lang="en-US" dirty="0"/>
              <a:t>3-3.5: $275 (94% increase)</a:t>
            </a:r>
          </a:p>
          <a:p>
            <a:r>
              <a:rPr lang="en-US" dirty="0"/>
              <a:t>4+ bathrooms are uncommon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68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5792-20A3-0A5A-A20B-ED7DF650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Amenities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663E-8AD7-3020-48BF-7CE3B804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412" y="1261961"/>
            <a:ext cx="6254495" cy="48591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Listings with more amenities are priced higher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High Price Increases: </a:t>
            </a:r>
          </a:p>
          <a:p>
            <a:r>
              <a:rPr lang="en-US" dirty="0"/>
              <a:t>Kitchen (+$38): Listings with kitchens average $152 vs $113 without (+34%)</a:t>
            </a:r>
          </a:p>
          <a:p>
            <a:r>
              <a:rPr lang="en-US" dirty="0"/>
              <a:t>Washer (+$27), Iron (+$23), Heating ($21) and Dedicated Workspace (+$19) all show meaningful premiums</a:t>
            </a:r>
          </a:p>
          <a:p>
            <a:endParaRPr lang="en-US" dirty="0"/>
          </a:p>
          <a:p>
            <a:r>
              <a:rPr lang="en-US" dirty="0"/>
              <a:t>Medium Price Increases:</a:t>
            </a:r>
          </a:p>
          <a:p>
            <a:r>
              <a:rPr lang="en-US" dirty="0"/>
              <a:t>WIFI, Essentials, Heating, Smoke Alarm, Hangers each add around $10-$20 to nightly rates, signifying almost baseline amenities</a:t>
            </a:r>
          </a:p>
          <a:p>
            <a:endParaRPr lang="en-US" dirty="0"/>
          </a:p>
          <a:p>
            <a:r>
              <a:rPr lang="en-US" dirty="0"/>
              <a:t>Long-term stays allowed shows no real price difference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858C220-6450-666F-8579-9707BE759E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586594"/>
              </p:ext>
            </p:extLst>
          </p:nvPr>
        </p:nvGraphicFramePr>
        <p:xfrm>
          <a:off x="540943" y="3159189"/>
          <a:ext cx="4831157" cy="3597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813E1D5-F986-D59A-3C75-8B033F65A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773016"/>
              </p:ext>
            </p:extLst>
          </p:nvPr>
        </p:nvGraphicFramePr>
        <p:xfrm>
          <a:off x="646111" y="1415505"/>
          <a:ext cx="4535489" cy="174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86367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3985-735D-C26C-213B-3A367146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Strategy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6194A-F760-42F1-8820-F1100A3F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31438" cy="4195481"/>
          </a:xfrm>
        </p:spPr>
        <p:txBody>
          <a:bodyPr/>
          <a:lstStyle/>
          <a:p>
            <a:r>
              <a:rPr lang="en-US" dirty="0"/>
              <a:t>Nightly Price Baseline: most active listings are priced between $70 - $200</a:t>
            </a:r>
          </a:p>
          <a:p>
            <a:endParaRPr lang="en-US" dirty="0"/>
          </a:p>
          <a:p>
            <a:r>
              <a:rPr lang="en-US" dirty="0"/>
              <a:t>Room Type &amp; Capacity: Entire homes ($161/night) dominate bookings, private rooms ($97/night) offer affordable options</a:t>
            </a:r>
          </a:p>
          <a:p>
            <a:endParaRPr lang="en-US" dirty="0"/>
          </a:p>
          <a:p>
            <a:r>
              <a:rPr lang="en-US" dirty="0"/>
              <a:t>Bathrooms: Good indicator of price, 2-3 baths adds 66-94% premium</a:t>
            </a:r>
          </a:p>
          <a:p>
            <a:endParaRPr lang="en-US" dirty="0"/>
          </a:p>
          <a:p>
            <a:r>
              <a:rPr lang="en-US" dirty="0"/>
              <a:t>Amenities: Kitchen, washer, dedicated workspace, heating and iron deliver 14-34% price premiums, whereas WIFI, heating, essentials are expected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83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6B69-AE96-7D98-386B-924D5467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D070E-F8C0-26D6-8741-63CFFD1D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86745"/>
            <a:ext cx="11026777" cy="50569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price per night should be based on property size:</a:t>
            </a:r>
          </a:p>
          <a:p>
            <a:r>
              <a:rPr lang="en-US" dirty="0"/>
              <a:t>Shared rooms: around $70</a:t>
            </a:r>
          </a:p>
          <a:p>
            <a:r>
              <a:rPr lang="en-US" dirty="0"/>
              <a:t>Private rooms: around $98</a:t>
            </a:r>
          </a:p>
          <a:p>
            <a:r>
              <a:rPr lang="en-US" dirty="0"/>
              <a:t>Hotel rooms: around $123</a:t>
            </a:r>
          </a:p>
          <a:p>
            <a:r>
              <a:rPr lang="en-US" dirty="0"/>
              <a:t>Entire homes: around $161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Cleaning Fees should increase by Bathroom Count:</a:t>
            </a:r>
          </a:p>
          <a:p>
            <a:r>
              <a:rPr lang="en-US" dirty="0"/>
              <a:t>1 bath: $30</a:t>
            </a:r>
          </a:p>
          <a:p>
            <a:r>
              <a:rPr lang="en-US" dirty="0"/>
              <a:t>2/3 baths: $50</a:t>
            </a:r>
          </a:p>
          <a:p>
            <a:endParaRPr lang="en-US" dirty="0"/>
          </a:p>
          <a:p>
            <a:r>
              <a:rPr lang="en-US" dirty="0"/>
              <a:t>Add premiums for high value amenities like kitchens, washers, workspaces and irons.</a:t>
            </a:r>
          </a:p>
          <a:p>
            <a:endParaRPr lang="en-US" dirty="0"/>
          </a:p>
          <a:p>
            <a:r>
              <a:rPr lang="en-GB" dirty="0"/>
              <a:t>Implement extra guest fees</a:t>
            </a:r>
          </a:p>
          <a:p>
            <a:endParaRPr lang="en-GB" dirty="0"/>
          </a:p>
          <a:p>
            <a:r>
              <a:rPr lang="en-GB" dirty="0"/>
              <a:t>Increase security deposits based on property size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177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214</TotalTime>
  <Words>725</Words>
  <Application>Microsoft Macintosh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Narrow</vt:lpstr>
      <vt:lpstr>Century Gothic</vt:lpstr>
      <vt:lpstr>Wingdings 3</vt:lpstr>
      <vt:lpstr>Ion</vt:lpstr>
      <vt:lpstr>Optimising Airbnb Fee Structures to Maximise Host Revenue</vt:lpstr>
      <vt:lpstr>Problem &amp; Goals</vt:lpstr>
      <vt:lpstr>Data &amp; Methodology</vt:lpstr>
      <vt:lpstr>Price Distribution</vt:lpstr>
      <vt:lpstr>Room Type &amp; Guest Capacity</vt:lpstr>
      <vt:lpstr>Bathrooms Impact</vt:lpstr>
      <vt:lpstr>Amenities Impact</vt:lpstr>
      <vt:lpstr>Pricing Strategy 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Tighe</dc:creator>
  <cp:lastModifiedBy>Jamie Tighe</cp:lastModifiedBy>
  <cp:revision>6</cp:revision>
  <dcterms:created xsi:type="dcterms:W3CDTF">2025-09-05T11:02:01Z</dcterms:created>
  <dcterms:modified xsi:type="dcterms:W3CDTF">2026-01-16T13:32:04Z</dcterms:modified>
</cp:coreProperties>
</file>